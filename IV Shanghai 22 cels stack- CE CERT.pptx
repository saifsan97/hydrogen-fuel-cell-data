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123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Cell</a:t>
            </a:r>
            <a:r>
              <a:rPr lang="en-US" altLang="zh-CN" baseline="0"/>
              <a:t> Voltages during IV for 20250711A02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6097271159028233E-2"/>
          <c:y val="0.16810901219123633"/>
          <c:w val="0.8183879005106498"/>
          <c:h val="0.64947132818616371"/>
        </c:manualLayout>
      </c:layout>
      <c:lineChart>
        <c:grouping val="standard"/>
        <c:varyColors val="0"/>
        <c:ser>
          <c:idx val="0"/>
          <c:order val="0"/>
          <c:tx>
            <c:strRef>
              <c:f>Sheet1!$M$1</c:f>
              <c:strCache>
                <c:ptCount val="1"/>
                <c:pt idx="0">
                  <c:v>cell1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Sheet1!$M$2:$M$521</c:f>
              <c:numCache>
                <c:formatCode>General</c:formatCode>
                <c:ptCount val="520"/>
                <c:pt idx="0">
                  <c:v>947</c:v>
                </c:pt>
                <c:pt idx="1">
                  <c:v>946</c:v>
                </c:pt>
                <c:pt idx="2">
                  <c:v>946</c:v>
                </c:pt>
                <c:pt idx="3">
                  <c:v>946</c:v>
                </c:pt>
                <c:pt idx="4">
                  <c:v>945</c:v>
                </c:pt>
                <c:pt idx="5">
                  <c:v>944</c:v>
                </c:pt>
                <c:pt idx="6">
                  <c:v>943</c:v>
                </c:pt>
                <c:pt idx="7">
                  <c:v>943</c:v>
                </c:pt>
                <c:pt idx="8">
                  <c:v>943</c:v>
                </c:pt>
                <c:pt idx="9">
                  <c:v>943</c:v>
                </c:pt>
                <c:pt idx="10">
                  <c:v>888</c:v>
                </c:pt>
                <c:pt idx="11">
                  <c:v>891</c:v>
                </c:pt>
                <c:pt idx="12">
                  <c:v>891</c:v>
                </c:pt>
                <c:pt idx="13">
                  <c:v>890</c:v>
                </c:pt>
                <c:pt idx="14">
                  <c:v>891</c:v>
                </c:pt>
                <c:pt idx="15">
                  <c:v>891</c:v>
                </c:pt>
                <c:pt idx="16">
                  <c:v>891</c:v>
                </c:pt>
                <c:pt idx="17">
                  <c:v>892</c:v>
                </c:pt>
                <c:pt idx="18">
                  <c:v>890</c:v>
                </c:pt>
                <c:pt idx="19">
                  <c:v>891</c:v>
                </c:pt>
                <c:pt idx="20">
                  <c:v>890</c:v>
                </c:pt>
                <c:pt idx="21">
                  <c:v>892</c:v>
                </c:pt>
                <c:pt idx="22">
                  <c:v>890</c:v>
                </c:pt>
                <c:pt idx="23">
                  <c:v>891</c:v>
                </c:pt>
                <c:pt idx="24">
                  <c:v>890</c:v>
                </c:pt>
                <c:pt idx="25">
                  <c:v>892</c:v>
                </c:pt>
                <c:pt idx="26">
                  <c:v>891</c:v>
                </c:pt>
                <c:pt idx="27">
                  <c:v>890</c:v>
                </c:pt>
                <c:pt idx="28">
                  <c:v>891</c:v>
                </c:pt>
                <c:pt idx="29">
                  <c:v>891</c:v>
                </c:pt>
                <c:pt idx="30">
                  <c:v>890</c:v>
                </c:pt>
                <c:pt idx="31">
                  <c:v>890</c:v>
                </c:pt>
                <c:pt idx="32">
                  <c:v>890</c:v>
                </c:pt>
                <c:pt idx="33">
                  <c:v>890</c:v>
                </c:pt>
                <c:pt idx="34">
                  <c:v>890</c:v>
                </c:pt>
                <c:pt idx="35">
                  <c:v>891</c:v>
                </c:pt>
                <c:pt idx="36">
                  <c:v>890</c:v>
                </c:pt>
                <c:pt idx="37">
                  <c:v>890</c:v>
                </c:pt>
                <c:pt idx="38">
                  <c:v>890</c:v>
                </c:pt>
                <c:pt idx="39">
                  <c:v>890</c:v>
                </c:pt>
                <c:pt idx="40">
                  <c:v>889</c:v>
                </c:pt>
                <c:pt idx="41">
                  <c:v>869</c:v>
                </c:pt>
                <c:pt idx="42">
                  <c:v>870</c:v>
                </c:pt>
                <c:pt idx="43">
                  <c:v>869</c:v>
                </c:pt>
                <c:pt idx="44">
                  <c:v>869</c:v>
                </c:pt>
                <c:pt idx="45">
                  <c:v>869</c:v>
                </c:pt>
                <c:pt idx="46">
                  <c:v>869</c:v>
                </c:pt>
                <c:pt idx="47">
                  <c:v>868</c:v>
                </c:pt>
                <c:pt idx="48">
                  <c:v>869</c:v>
                </c:pt>
                <c:pt idx="49">
                  <c:v>869</c:v>
                </c:pt>
                <c:pt idx="50">
                  <c:v>871</c:v>
                </c:pt>
                <c:pt idx="51">
                  <c:v>869</c:v>
                </c:pt>
                <c:pt idx="52">
                  <c:v>869</c:v>
                </c:pt>
                <c:pt idx="53">
                  <c:v>868</c:v>
                </c:pt>
                <c:pt idx="54">
                  <c:v>868</c:v>
                </c:pt>
                <c:pt idx="55">
                  <c:v>869</c:v>
                </c:pt>
                <c:pt idx="56">
                  <c:v>868</c:v>
                </c:pt>
                <c:pt idx="57">
                  <c:v>868</c:v>
                </c:pt>
                <c:pt idx="58">
                  <c:v>868</c:v>
                </c:pt>
                <c:pt idx="59">
                  <c:v>868</c:v>
                </c:pt>
                <c:pt idx="60">
                  <c:v>868</c:v>
                </c:pt>
                <c:pt idx="61">
                  <c:v>868</c:v>
                </c:pt>
                <c:pt idx="62">
                  <c:v>868</c:v>
                </c:pt>
                <c:pt idx="63">
                  <c:v>868</c:v>
                </c:pt>
                <c:pt idx="64">
                  <c:v>868</c:v>
                </c:pt>
                <c:pt idx="65">
                  <c:v>868</c:v>
                </c:pt>
                <c:pt idx="66">
                  <c:v>868</c:v>
                </c:pt>
                <c:pt idx="67">
                  <c:v>868</c:v>
                </c:pt>
                <c:pt idx="68">
                  <c:v>868</c:v>
                </c:pt>
                <c:pt idx="69">
                  <c:v>868</c:v>
                </c:pt>
                <c:pt idx="70">
                  <c:v>868</c:v>
                </c:pt>
                <c:pt idx="71">
                  <c:v>868</c:v>
                </c:pt>
                <c:pt idx="72">
                  <c:v>845</c:v>
                </c:pt>
                <c:pt idx="73">
                  <c:v>846</c:v>
                </c:pt>
                <c:pt idx="74">
                  <c:v>845</c:v>
                </c:pt>
                <c:pt idx="75">
                  <c:v>846</c:v>
                </c:pt>
                <c:pt idx="76">
                  <c:v>845</c:v>
                </c:pt>
                <c:pt idx="77">
                  <c:v>846</c:v>
                </c:pt>
                <c:pt idx="78">
                  <c:v>845</c:v>
                </c:pt>
                <c:pt idx="79">
                  <c:v>845</c:v>
                </c:pt>
                <c:pt idx="80">
                  <c:v>845</c:v>
                </c:pt>
                <c:pt idx="81">
                  <c:v>845</c:v>
                </c:pt>
                <c:pt idx="82">
                  <c:v>845</c:v>
                </c:pt>
                <c:pt idx="83">
                  <c:v>845</c:v>
                </c:pt>
                <c:pt idx="84">
                  <c:v>845</c:v>
                </c:pt>
                <c:pt idx="85">
                  <c:v>845</c:v>
                </c:pt>
                <c:pt idx="86">
                  <c:v>846</c:v>
                </c:pt>
                <c:pt idx="87">
                  <c:v>845</c:v>
                </c:pt>
                <c:pt idx="88">
                  <c:v>845</c:v>
                </c:pt>
                <c:pt idx="89">
                  <c:v>845</c:v>
                </c:pt>
                <c:pt idx="90">
                  <c:v>845</c:v>
                </c:pt>
                <c:pt idx="91">
                  <c:v>845</c:v>
                </c:pt>
                <c:pt idx="92">
                  <c:v>845</c:v>
                </c:pt>
                <c:pt idx="93">
                  <c:v>845</c:v>
                </c:pt>
                <c:pt idx="94">
                  <c:v>845</c:v>
                </c:pt>
                <c:pt idx="95">
                  <c:v>845</c:v>
                </c:pt>
                <c:pt idx="96">
                  <c:v>845</c:v>
                </c:pt>
                <c:pt idx="97">
                  <c:v>845</c:v>
                </c:pt>
                <c:pt idx="98">
                  <c:v>845</c:v>
                </c:pt>
                <c:pt idx="99">
                  <c:v>845</c:v>
                </c:pt>
                <c:pt idx="100">
                  <c:v>845</c:v>
                </c:pt>
                <c:pt idx="101">
                  <c:v>845</c:v>
                </c:pt>
                <c:pt idx="102">
                  <c:v>845</c:v>
                </c:pt>
                <c:pt idx="103">
                  <c:v>843</c:v>
                </c:pt>
                <c:pt idx="104">
                  <c:v>827</c:v>
                </c:pt>
                <c:pt idx="105">
                  <c:v>826</c:v>
                </c:pt>
                <c:pt idx="106">
                  <c:v>827</c:v>
                </c:pt>
                <c:pt idx="107">
                  <c:v>826</c:v>
                </c:pt>
                <c:pt idx="108">
                  <c:v>827</c:v>
                </c:pt>
                <c:pt idx="109">
                  <c:v>826</c:v>
                </c:pt>
                <c:pt idx="110">
                  <c:v>826</c:v>
                </c:pt>
                <c:pt idx="111">
                  <c:v>826</c:v>
                </c:pt>
                <c:pt idx="112">
                  <c:v>826</c:v>
                </c:pt>
                <c:pt idx="113">
                  <c:v>825</c:v>
                </c:pt>
                <c:pt idx="114">
                  <c:v>825</c:v>
                </c:pt>
                <c:pt idx="115">
                  <c:v>826</c:v>
                </c:pt>
                <c:pt idx="116">
                  <c:v>826</c:v>
                </c:pt>
                <c:pt idx="117">
                  <c:v>826</c:v>
                </c:pt>
                <c:pt idx="118">
                  <c:v>826</c:v>
                </c:pt>
                <c:pt idx="119">
                  <c:v>826</c:v>
                </c:pt>
                <c:pt idx="120">
                  <c:v>826</c:v>
                </c:pt>
                <c:pt idx="121">
                  <c:v>826</c:v>
                </c:pt>
                <c:pt idx="122">
                  <c:v>825</c:v>
                </c:pt>
                <c:pt idx="123">
                  <c:v>826</c:v>
                </c:pt>
                <c:pt idx="124">
                  <c:v>827</c:v>
                </c:pt>
                <c:pt idx="125">
                  <c:v>827</c:v>
                </c:pt>
                <c:pt idx="126">
                  <c:v>825</c:v>
                </c:pt>
                <c:pt idx="127">
                  <c:v>826</c:v>
                </c:pt>
                <c:pt idx="128">
                  <c:v>826</c:v>
                </c:pt>
                <c:pt idx="129">
                  <c:v>826</c:v>
                </c:pt>
                <c:pt idx="130">
                  <c:v>825</c:v>
                </c:pt>
                <c:pt idx="131">
                  <c:v>824</c:v>
                </c:pt>
                <c:pt idx="132">
                  <c:v>826</c:v>
                </c:pt>
                <c:pt idx="133">
                  <c:v>826</c:v>
                </c:pt>
                <c:pt idx="134">
                  <c:v>825</c:v>
                </c:pt>
                <c:pt idx="135">
                  <c:v>806</c:v>
                </c:pt>
                <c:pt idx="136">
                  <c:v>806</c:v>
                </c:pt>
                <c:pt idx="137">
                  <c:v>806</c:v>
                </c:pt>
                <c:pt idx="138">
                  <c:v>806</c:v>
                </c:pt>
                <c:pt idx="139">
                  <c:v>806</c:v>
                </c:pt>
                <c:pt idx="140">
                  <c:v>806</c:v>
                </c:pt>
                <c:pt idx="141">
                  <c:v>806</c:v>
                </c:pt>
                <c:pt idx="142">
                  <c:v>806</c:v>
                </c:pt>
                <c:pt idx="143">
                  <c:v>806</c:v>
                </c:pt>
                <c:pt idx="144">
                  <c:v>806</c:v>
                </c:pt>
                <c:pt idx="145">
                  <c:v>806</c:v>
                </c:pt>
                <c:pt idx="146">
                  <c:v>806</c:v>
                </c:pt>
                <c:pt idx="147">
                  <c:v>806</c:v>
                </c:pt>
                <c:pt idx="148">
                  <c:v>806</c:v>
                </c:pt>
                <c:pt idx="149">
                  <c:v>806</c:v>
                </c:pt>
                <c:pt idx="150">
                  <c:v>806</c:v>
                </c:pt>
                <c:pt idx="151">
                  <c:v>806</c:v>
                </c:pt>
                <c:pt idx="152">
                  <c:v>806</c:v>
                </c:pt>
                <c:pt idx="153">
                  <c:v>806</c:v>
                </c:pt>
                <c:pt idx="154">
                  <c:v>806</c:v>
                </c:pt>
                <c:pt idx="155">
                  <c:v>806</c:v>
                </c:pt>
                <c:pt idx="156">
                  <c:v>806</c:v>
                </c:pt>
                <c:pt idx="157">
                  <c:v>806</c:v>
                </c:pt>
                <c:pt idx="158">
                  <c:v>806</c:v>
                </c:pt>
                <c:pt idx="159">
                  <c:v>806</c:v>
                </c:pt>
                <c:pt idx="160">
                  <c:v>806</c:v>
                </c:pt>
                <c:pt idx="161">
                  <c:v>806</c:v>
                </c:pt>
                <c:pt idx="162">
                  <c:v>806</c:v>
                </c:pt>
                <c:pt idx="163">
                  <c:v>792</c:v>
                </c:pt>
                <c:pt idx="164">
                  <c:v>788</c:v>
                </c:pt>
                <c:pt idx="165">
                  <c:v>787</c:v>
                </c:pt>
                <c:pt idx="166">
                  <c:v>787</c:v>
                </c:pt>
                <c:pt idx="167">
                  <c:v>787</c:v>
                </c:pt>
                <c:pt idx="168">
                  <c:v>786</c:v>
                </c:pt>
                <c:pt idx="169">
                  <c:v>786</c:v>
                </c:pt>
                <c:pt idx="170">
                  <c:v>786</c:v>
                </c:pt>
                <c:pt idx="171">
                  <c:v>786</c:v>
                </c:pt>
                <c:pt idx="172">
                  <c:v>786</c:v>
                </c:pt>
                <c:pt idx="173">
                  <c:v>786</c:v>
                </c:pt>
                <c:pt idx="174">
                  <c:v>786</c:v>
                </c:pt>
                <c:pt idx="175">
                  <c:v>785</c:v>
                </c:pt>
                <c:pt idx="176">
                  <c:v>785</c:v>
                </c:pt>
                <c:pt idx="177">
                  <c:v>787</c:v>
                </c:pt>
                <c:pt idx="178">
                  <c:v>786</c:v>
                </c:pt>
                <c:pt idx="179">
                  <c:v>785</c:v>
                </c:pt>
                <c:pt idx="180">
                  <c:v>786</c:v>
                </c:pt>
                <c:pt idx="181">
                  <c:v>786</c:v>
                </c:pt>
                <c:pt idx="182">
                  <c:v>786</c:v>
                </c:pt>
                <c:pt idx="183">
                  <c:v>787</c:v>
                </c:pt>
                <c:pt idx="184">
                  <c:v>786</c:v>
                </c:pt>
                <c:pt idx="185">
                  <c:v>785</c:v>
                </c:pt>
                <c:pt idx="186">
                  <c:v>785</c:v>
                </c:pt>
                <c:pt idx="187">
                  <c:v>786</c:v>
                </c:pt>
                <c:pt idx="188">
                  <c:v>785</c:v>
                </c:pt>
                <c:pt idx="189">
                  <c:v>785</c:v>
                </c:pt>
                <c:pt idx="190">
                  <c:v>785</c:v>
                </c:pt>
                <c:pt idx="191">
                  <c:v>785</c:v>
                </c:pt>
                <c:pt idx="192">
                  <c:v>785</c:v>
                </c:pt>
                <c:pt idx="193">
                  <c:v>786</c:v>
                </c:pt>
                <c:pt idx="194">
                  <c:v>767</c:v>
                </c:pt>
                <c:pt idx="195">
                  <c:v>767</c:v>
                </c:pt>
                <c:pt idx="196">
                  <c:v>768</c:v>
                </c:pt>
                <c:pt idx="197">
                  <c:v>767</c:v>
                </c:pt>
                <c:pt idx="198">
                  <c:v>767</c:v>
                </c:pt>
                <c:pt idx="199">
                  <c:v>767</c:v>
                </c:pt>
                <c:pt idx="200">
                  <c:v>767</c:v>
                </c:pt>
                <c:pt idx="201">
                  <c:v>767</c:v>
                </c:pt>
                <c:pt idx="202">
                  <c:v>767</c:v>
                </c:pt>
                <c:pt idx="203">
                  <c:v>767</c:v>
                </c:pt>
                <c:pt idx="204">
                  <c:v>767</c:v>
                </c:pt>
                <c:pt idx="205">
                  <c:v>767</c:v>
                </c:pt>
                <c:pt idx="206">
                  <c:v>767</c:v>
                </c:pt>
                <c:pt idx="207">
                  <c:v>767</c:v>
                </c:pt>
                <c:pt idx="208">
                  <c:v>767</c:v>
                </c:pt>
                <c:pt idx="209">
                  <c:v>767</c:v>
                </c:pt>
                <c:pt idx="210">
                  <c:v>767</c:v>
                </c:pt>
                <c:pt idx="211">
                  <c:v>767</c:v>
                </c:pt>
                <c:pt idx="212">
                  <c:v>768</c:v>
                </c:pt>
                <c:pt idx="213">
                  <c:v>767</c:v>
                </c:pt>
                <c:pt idx="214">
                  <c:v>767</c:v>
                </c:pt>
                <c:pt idx="215">
                  <c:v>767</c:v>
                </c:pt>
                <c:pt idx="216">
                  <c:v>767</c:v>
                </c:pt>
                <c:pt idx="217">
                  <c:v>767</c:v>
                </c:pt>
                <c:pt idx="218">
                  <c:v>767</c:v>
                </c:pt>
                <c:pt idx="219">
                  <c:v>767</c:v>
                </c:pt>
                <c:pt idx="220">
                  <c:v>767</c:v>
                </c:pt>
                <c:pt idx="221">
                  <c:v>767</c:v>
                </c:pt>
                <c:pt idx="222">
                  <c:v>767</c:v>
                </c:pt>
                <c:pt idx="223">
                  <c:v>767</c:v>
                </c:pt>
                <c:pt idx="224">
                  <c:v>767</c:v>
                </c:pt>
                <c:pt idx="225">
                  <c:v>767</c:v>
                </c:pt>
                <c:pt idx="226">
                  <c:v>750</c:v>
                </c:pt>
                <c:pt idx="227">
                  <c:v>749</c:v>
                </c:pt>
                <c:pt idx="228">
                  <c:v>750</c:v>
                </c:pt>
                <c:pt idx="229">
                  <c:v>749</c:v>
                </c:pt>
                <c:pt idx="230">
                  <c:v>749</c:v>
                </c:pt>
                <c:pt idx="231">
                  <c:v>749</c:v>
                </c:pt>
                <c:pt idx="232">
                  <c:v>749</c:v>
                </c:pt>
                <c:pt idx="233">
                  <c:v>750</c:v>
                </c:pt>
                <c:pt idx="234">
                  <c:v>749</c:v>
                </c:pt>
                <c:pt idx="235">
                  <c:v>749</c:v>
                </c:pt>
                <c:pt idx="236">
                  <c:v>749</c:v>
                </c:pt>
                <c:pt idx="237">
                  <c:v>749</c:v>
                </c:pt>
                <c:pt idx="238">
                  <c:v>749</c:v>
                </c:pt>
                <c:pt idx="239">
                  <c:v>749</c:v>
                </c:pt>
                <c:pt idx="240">
                  <c:v>749</c:v>
                </c:pt>
                <c:pt idx="241">
                  <c:v>749</c:v>
                </c:pt>
                <c:pt idx="242">
                  <c:v>749</c:v>
                </c:pt>
                <c:pt idx="243">
                  <c:v>749</c:v>
                </c:pt>
                <c:pt idx="244">
                  <c:v>749</c:v>
                </c:pt>
                <c:pt idx="245">
                  <c:v>749</c:v>
                </c:pt>
                <c:pt idx="246">
                  <c:v>749</c:v>
                </c:pt>
                <c:pt idx="247">
                  <c:v>749</c:v>
                </c:pt>
                <c:pt idx="248">
                  <c:v>749</c:v>
                </c:pt>
                <c:pt idx="249">
                  <c:v>750</c:v>
                </c:pt>
                <c:pt idx="250">
                  <c:v>749</c:v>
                </c:pt>
                <c:pt idx="251">
                  <c:v>749</c:v>
                </c:pt>
                <c:pt idx="252">
                  <c:v>749</c:v>
                </c:pt>
                <c:pt idx="253">
                  <c:v>749</c:v>
                </c:pt>
                <c:pt idx="254">
                  <c:v>749</c:v>
                </c:pt>
                <c:pt idx="255">
                  <c:v>749</c:v>
                </c:pt>
                <c:pt idx="256">
                  <c:v>731</c:v>
                </c:pt>
                <c:pt idx="257">
                  <c:v>731</c:v>
                </c:pt>
                <c:pt idx="258">
                  <c:v>731</c:v>
                </c:pt>
                <c:pt idx="259">
                  <c:v>731</c:v>
                </c:pt>
                <c:pt idx="260">
                  <c:v>732</c:v>
                </c:pt>
                <c:pt idx="261">
                  <c:v>731</c:v>
                </c:pt>
                <c:pt idx="262">
                  <c:v>732</c:v>
                </c:pt>
                <c:pt idx="263">
                  <c:v>731</c:v>
                </c:pt>
                <c:pt idx="264">
                  <c:v>732</c:v>
                </c:pt>
                <c:pt idx="265">
                  <c:v>731</c:v>
                </c:pt>
                <c:pt idx="266">
                  <c:v>731</c:v>
                </c:pt>
                <c:pt idx="267">
                  <c:v>731</c:v>
                </c:pt>
                <c:pt idx="268">
                  <c:v>731</c:v>
                </c:pt>
                <c:pt idx="269">
                  <c:v>731</c:v>
                </c:pt>
                <c:pt idx="270">
                  <c:v>731</c:v>
                </c:pt>
                <c:pt idx="271">
                  <c:v>731</c:v>
                </c:pt>
                <c:pt idx="272">
                  <c:v>732</c:v>
                </c:pt>
                <c:pt idx="273">
                  <c:v>732</c:v>
                </c:pt>
                <c:pt idx="274">
                  <c:v>732</c:v>
                </c:pt>
                <c:pt idx="275">
                  <c:v>731</c:v>
                </c:pt>
                <c:pt idx="276">
                  <c:v>731</c:v>
                </c:pt>
                <c:pt idx="277">
                  <c:v>732</c:v>
                </c:pt>
                <c:pt idx="278">
                  <c:v>731</c:v>
                </c:pt>
                <c:pt idx="279">
                  <c:v>732</c:v>
                </c:pt>
                <c:pt idx="280">
                  <c:v>732</c:v>
                </c:pt>
                <c:pt idx="281">
                  <c:v>732</c:v>
                </c:pt>
                <c:pt idx="282">
                  <c:v>732</c:v>
                </c:pt>
                <c:pt idx="283">
                  <c:v>731</c:v>
                </c:pt>
                <c:pt idx="284">
                  <c:v>732</c:v>
                </c:pt>
                <c:pt idx="285">
                  <c:v>733</c:v>
                </c:pt>
                <c:pt idx="286">
                  <c:v>728</c:v>
                </c:pt>
                <c:pt idx="287">
                  <c:v>716</c:v>
                </c:pt>
                <c:pt idx="288">
                  <c:v>716</c:v>
                </c:pt>
                <c:pt idx="289">
                  <c:v>716</c:v>
                </c:pt>
                <c:pt idx="290">
                  <c:v>716</c:v>
                </c:pt>
                <c:pt idx="291">
                  <c:v>716</c:v>
                </c:pt>
                <c:pt idx="292">
                  <c:v>716</c:v>
                </c:pt>
                <c:pt idx="293">
                  <c:v>716</c:v>
                </c:pt>
                <c:pt idx="294">
                  <c:v>716</c:v>
                </c:pt>
                <c:pt idx="295">
                  <c:v>716</c:v>
                </c:pt>
                <c:pt idx="296">
                  <c:v>716</c:v>
                </c:pt>
                <c:pt idx="297">
                  <c:v>716</c:v>
                </c:pt>
                <c:pt idx="298">
                  <c:v>716</c:v>
                </c:pt>
                <c:pt idx="299">
                  <c:v>716</c:v>
                </c:pt>
                <c:pt idx="300">
                  <c:v>716</c:v>
                </c:pt>
                <c:pt idx="301">
                  <c:v>716</c:v>
                </c:pt>
                <c:pt idx="302">
                  <c:v>716</c:v>
                </c:pt>
                <c:pt idx="303">
                  <c:v>716</c:v>
                </c:pt>
                <c:pt idx="304">
                  <c:v>716</c:v>
                </c:pt>
                <c:pt idx="305">
                  <c:v>716</c:v>
                </c:pt>
                <c:pt idx="306">
                  <c:v>716</c:v>
                </c:pt>
                <c:pt idx="307">
                  <c:v>716</c:v>
                </c:pt>
                <c:pt idx="308">
                  <c:v>716</c:v>
                </c:pt>
                <c:pt idx="309">
                  <c:v>716</c:v>
                </c:pt>
                <c:pt idx="310">
                  <c:v>716</c:v>
                </c:pt>
                <c:pt idx="311">
                  <c:v>716</c:v>
                </c:pt>
                <c:pt idx="312">
                  <c:v>716</c:v>
                </c:pt>
                <c:pt idx="313">
                  <c:v>716</c:v>
                </c:pt>
                <c:pt idx="314">
                  <c:v>716</c:v>
                </c:pt>
                <c:pt idx="315">
                  <c:v>717</c:v>
                </c:pt>
                <c:pt idx="316">
                  <c:v>714</c:v>
                </c:pt>
                <c:pt idx="317">
                  <c:v>701</c:v>
                </c:pt>
                <c:pt idx="318">
                  <c:v>701</c:v>
                </c:pt>
                <c:pt idx="319">
                  <c:v>701</c:v>
                </c:pt>
                <c:pt idx="320">
                  <c:v>701</c:v>
                </c:pt>
                <c:pt idx="321">
                  <c:v>701</c:v>
                </c:pt>
                <c:pt idx="322">
                  <c:v>701</c:v>
                </c:pt>
                <c:pt idx="323">
                  <c:v>701</c:v>
                </c:pt>
                <c:pt idx="324">
                  <c:v>701</c:v>
                </c:pt>
                <c:pt idx="325">
                  <c:v>701</c:v>
                </c:pt>
                <c:pt idx="326">
                  <c:v>701</c:v>
                </c:pt>
                <c:pt idx="327">
                  <c:v>701</c:v>
                </c:pt>
                <c:pt idx="328">
                  <c:v>701</c:v>
                </c:pt>
                <c:pt idx="329">
                  <c:v>701</c:v>
                </c:pt>
                <c:pt idx="330">
                  <c:v>701</c:v>
                </c:pt>
                <c:pt idx="331">
                  <c:v>701</c:v>
                </c:pt>
                <c:pt idx="332">
                  <c:v>701</c:v>
                </c:pt>
                <c:pt idx="333">
                  <c:v>701</c:v>
                </c:pt>
                <c:pt idx="334">
                  <c:v>701</c:v>
                </c:pt>
                <c:pt idx="335">
                  <c:v>701</c:v>
                </c:pt>
                <c:pt idx="336">
                  <c:v>701</c:v>
                </c:pt>
                <c:pt idx="337">
                  <c:v>701</c:v>
                </c:pt>
                <c:pt idx="338">
                  <c:v>701</c:v>
                </c:pt>
                <c:pt idx="339">
                  <c:v>701</c:v>
                </c:pt>
                <c:pt idx="340">
                  <c:v>701</c:v>
                </c:pt>
                <c:pt idx="341">
                  <c:v>701</c:v>
                </c:pt>
                <c:pt idx="342">
                  <c:v>701</c:v>
                </c:pt>
                <c:pt idx="343">
                  <c:v>701</c:v>
                </c:pt>
                <c:pt idx="344">
                  <c:v>701</c:v>
                </c:pt>
                <c:pt idx="345">
                  <c:v>701</c:v>
                </c:pt>
                <c:pt idx="346">
                  <c:v>702</c:v>
                </c:pt>
                <c:pt idx="347">
                  <c:v>702</c:v>
                </c:pt>
                <c:pt idx="348">
                  <c:v>686</c:v>
                </c:pt>
                <c:pt idx="349">
                  <c:v>686</c:v>
                </c:pt>
                <c:pt idx="350">
                  <c:v>686</c:v>
                </c:pt>
                <c:pt idx="351">
                  <c:v>686</c:v>
                </c:pt>
                <c:pt idx="352">
                  <c:v>686</c:v>
                </c:pt>
                <c:pt idx="353">
                  <c:v>686</c:v>
                </c:pt>
                <c:pt idx="354">
                  <c:v>686</c:v>
                </c:pt>
                <c:pt idx="355">
                  <c:v>686</c:v>
                </c:pt>
                <c:pt idx="356">
                  <c:v>686</c:v>
                </c:pt>
                <c:pt idx="357">
                  <c:v>686</c:v>
                </c:pt>
                <c:pt idx="358">
                  <c:v>686</c:v>
                </c:pt>
                <c:pt idx="359">
                  <c:v>686</c:v>
                </c:pt>
                <c:pt idx="360">
                  <c:v>686</c:v>
                </c:pt>
                <c:pt idx="361">
                  <c:v>686</c:v>
                </c:pt>
                <c:pt idx="362">
                  <c:v>686</c:v>
                </c:pt>
                <c:pt idx="363">
                  <c:v>686</c:v>
                </c:pt>
                <c:pt idx="364">
                  <c:v>686</c:v>
                </c:pt>
                <c:pt idx="365">
                  <c:v>686</c:v>
                </c:pt>
                <c:pt idx="366">
                  <c:v>687</c:v>
                </c:pt>
                <c:pt idx="367">
                  <c:v>687</c:v>
                </c:pt>
                <c:pt idx="368">
                  <c:v>689</c:v>
                </c:pt>
                <c:pt idx="369">
                  <c:v>686</c:v>
                </c:pt>
                <c:pt idx="370">
                  <c:v>687</c:v>
                </c:pt>
                <c:pt idx="371">
                  <c:v>688</c:v>
                </c:pt>
                <c:pt idx="372">
                  <c:v>689</c:v>
                </c:pt>
                <c:pt idx="373">
                  <c:v>688</c:v>
                </c:pt>
                <c:pt idx="374">
                  <c:v>687</c:v>
                </c:pt>
                <c:pt idx="375">
                  <c:v>687</c:v>
                </c:pt>
                <c:pt idx="376">
                  <c:v>687</c:v>
                </c:pt>
                <c:pt idx="377">
                  <c:v>674</c:v>
                </c:pt>
                <c:pt idx="378">
                  <c:v>674</c:v>
                </c:pt>
                <c:pt idx="379">
                  <c:v>674</c:v>
                </c:pt>
                <c:pt idx="380">
                  <c:v>674</c:v>
                </c:pt>
                <c:pt idx="381">
                  <c:v>674</c:v>
                </c:pt>
                <c:pt idx="382">
                  <c:v>674</c:v>
                </c:pt>
                <c:pt idx="383">
                  <c:v>674</c:v>
                </c:pt>
                <c:pt idx="384">
                  <c:v>674</c:v>
                </c:pt>
                <c:pt idx="385">
                  <c:v>674</c:v>
                </c:pt>
                <c:pt idx="386">
                  <c:v>674</c:v>
                </c:pt>
                <c:pt idx="387">
                  <c:v>674</c:v>
                </c:pt>
                <c:pt idx="388">
                  <c:v>674</c:v>
                </c:pt>
                <c:pt idx="389">
                  <c:v>674</c:v>
                </c:pt>
                <c:pt idx="390">
                  <c:v>674</c:v>
                </c:pt>
                <c:pt idx="391">
                  <c:v>674</c:v>
                </c:pt>
                <c:pt idx="392">
                  <c:v>674</c:v>
                </c:pt>
                <c:pt idx="393">
                  <c:v>674</c:v>
                </c:pt>
                <c:pt idx="394">
                  <c:v>674</c:v>
                </c:pt>
                <c:pt idx="395">
                  <c:v>675</c:v>
                </c:pt>
                <c:pt idx="396">
                  <c:v>674</c:v>
                </c:pt>
                <c:pt idx="397">
                  <c:v>676</c:v>
                </c:pt>
                <c:pt idx="398">
                  <c:v>675</c:v>
                </c:pt>
                <c:pt idx="399">
                  <c:v>675</c:v>
                </c:pt>
                <c:pt idx="400">
                  <c:v>676</c:v>
                </c:pt>
                <c:pt idx="401">
                  <c:v>677</c:v>
                </c:pt>
                <c:pt idx="402">
                  <c:v>677</c:v>
                </c:pt>
                <c:pt idx="403">
                  <c:v>677</c:v>
                </c:pt>
                <c:pt idx="404">
                  <c:v>677</c:v>
                </c:pt>
                <c:pt idx="405">
                  <c:v>677</c:v>
                </c:pt>
                <c:pt idx="406">
                  <c:v>677</c:v>
                </c:pt>
                <c:pt idx="407">
                  <c:v>677</c:v>
                </c:pt>
                <c:pt idx="408">
                  <c:v>663</c:v>
                </c:pt>
                <c:pt idx="409">
                  <c:v>662</c:v>
                </c:pt>
                <c:pt idx="410">
                  <c:v>662</c:v>
                </c:pt>
                <c:pt idx="411">
                  <c:v>662</c:v>
                </c:pt>
                <c:pt idx="412">
                  <c:v>662</c:v>
                </c:pt>
                <c:pt idx="413">
                  <c:v>662</c:v>
                </c:pt>
                <c:pt idx="414">
                  <c:v>662</c:v>
                </c:pt>
                <c:pt idx="415">
                  <c:v>662</c:v>
                </c:pt>
                <c:pt idx="416">
                  <c:v>662</c:v>
                </c:pt>
                <c:pt idx="417">
                  <c:v>662</c:v>
                </c:pt>
                <c:pt idx="418">
                  <c:v>662</c:v>
                </c:pt>
                <c:pt idx="419">
                  <c:v>662</c:v>
                </c:pt>
                <c:pt idx="420">
                  <c:v>663</c:v>
                </c:pt>
                <c:pt idx="421">
                  <c:v>664</c:v>
                </c:pt>
                <c:pt idx="422">
                  <c:v>664</c:v>
                </c:pt>
                <c:pt idx="423">
                  <c:v>665</c:v>
                </c:pt>
                <c:pt idx="424">
                  <c:v>665</c:v>
                </c:pt>
                <c:pt idx="425">
                  <c:v>665</c:v>
                </c:pt>
                <c:pt idx="426">
                  <c:v>665</c:v>
                </c:pt>
                <c:pt idx="427">
                  <c:v>665</c:v>
                </c:pt>
                <c:pt idx="428">
                  <c:v>665</c:v>
                </c:pt>
                <c:pt idx="429">
                  <c:v>665</c:v>
                </c:pt>
                <c:pt idx="430">
                  <c:v>665</c:v>
                </c:pt>
                <c:pt idx="431">
                  <c:v>665</c:v>
                </c:pt>
                <c:pt idx="432">
                  <c:v>665</c:v>
                </c:pt>
                <c:pt idx="433">
                  <c:v>665</c:v>
                </c:pt>
                <c:pt idx="434">
                  <c:v>665</c:v>
                </c:pt>
                <c:pt idx="435">
                  <c:v>665</c:v>
                </c:pt>
                <c:pt idx="436">
                  <c:v>665</c:v>
                </c:pt>
                <c:pt idx="437">
                  <c:v>668</c:v>
                </c:pt>
                <c:pt idx="438">
                  <c:v>667</c:v>
                </c:pt>
                <c:pt idx="439">
                  <c:v>666</c:v>
                </c:pt>
                <c:pt idx="440">
                  <c:v>653</c:v>
                </c:pt>
                <c:pt idx="441">
                  <c:v>653</c:v>
                </c:pt>
                <c:pt idx="442">
                  <c:v>653</c:v>
                </c:pt>
                <c:pt idx="443">
                  <c:v>653</c:v>
                </c:pt>
                <c:pt idx="444">
                  <c:v>652</c:v>
                </c:pt>
                <c:pt idx="445">
                  <c:v>651</c:v>
                </c:pt>
                <c:pt idx="446">
                  <c:v>652</c:v>
                </c:pt>
                <c:pt idx="447">
                  <c:v>652</c:v>
                </c:pt>
                <c:pt idx="448">
                  <c:v>653</c:v>
                </c:pt>
                <c:pt idx="449">
                  <c:v>652</c:v>
                </c:pt>
                <c:pt idx="450">
                  <c:v>653</c:v>
                </c:pt>
                <c:pt idx="451">
                  <c:v>652</c:v>
                </c:pt>
                <c:pt idx="452">
                  <c:v>653</c:v>
                </c:pt>
                <c:pt idx="453">
                  <c:v>653</c:v>
                </c:pt>
                <c:pt idx="454">
                  <c:v>653</c:v>
                </c:pt>
                <c:pt idx="455">
                  <c:v>653</c:v>
                </c:pt>
                <c:pt idx="456">
                  <c:v>653</c:v>
                </c:pt>
                <c:pt idx="457">
                  <c:v>653</c:v>
                </c:pt>
                <c:pt idx="458">
                  <c:v>656</c:v>
                </c:pt>
                <c:pt idx="459">
                  <c:v>656</c:v>
                </c:pt>
                <c:pt idx="460">
                  <c:v>653</c:v>
                </c:pt>
                <c:pt idx="461">
                  <c:v>656</c:v>
                </c:pt>
                <c:pt idx="462">
                  <c:v>656</c:v>
                </c:pt>
                <c:pt idx="463">
                  <c:v>656</c:v>
                </c:pt>
                <c:pt idx="464">
                  <c:v>656</c:v>
                </c:pt>
                <c:pt idx="465">
                  <c:v>656</c:v>
                </c:pt>
                <c:pt idx="466">
                  <c:v>656</c:v>
                </c:pt>
                <c:pt idx="467">
                  <c:v>656</c:v>
                </c:pt>
                <c:pt idx="468">
                  <c:v>644</c:v>
                </c:pt>
                <c:pt idx="469">
                  <c:v>643</c:v>
                </c:pt>
                <c:pt idx="470">
                  <c:v>641</c:v>
                </c:pt>
                <c:pt idx="471">
                  <c:v>641</c:v>
                </c:pt>
                <c:pt idx="472">
                  <c:v>641</c:v>
                </c:pt>
                <c:pt idx="473">
                  <c:v>641</c:v>
                </c:pt>
                <c:pt idx="474">
                  <c:v>641</c:v>
                </c:pt>
                <c:pt idx="475">
                  <c:v>641</c:v>
                </c:pt>
                <c:pt idx="476">
                  <c:v>641</c:v>
                </c:pt>
                <c:pt idx="477">
                  <c:v>643</c:v>
                </c:pt>
                <c:pt idx="478">
                  <c:v>643</c:v>
                </c:pt>
                <c:pt idx="479">
                  <c:v>644</c:v>
                </c:pt>
                <c:pt idx="480">
                  <c:v>644</c:v>
                </c:pt>
                <c:pt idx="481">
                  <c:v>644</c:v>
                </c:pt>
                <c:pt idx="482">
                  <c:v>644</c:v>
                </c:pt>
                <c:pt idx="483">
                  <c:v>644</c:v>
                </c:pt>
                <c:pt idx="484">
                  <c:v>644</c:v>
                </c:pt>
                <c:pt idx="485">
                  <c:v>644</c:v>
                </c:pt>
                <c:pt idx="486">
                  <c:v>646</c:v>
                </c:pt>
                <c:pt idx="487">
                  <c:v>645</c:v>
                </c:pt>
                <c:pt idx="488">
                  <c:v>646</c:v>
                </c:pt>
                <c:pt idx="489">
                  <c:v>647</c:v>
                </c:pt>
                <c:pt idx="490">
                  <c:v>647</c:v>
                </c:pt>
                <c:pt idx="491">
                  <c:v>647</c:v>
                </c:pt>
                <c:pt idx="492">
                  <c:v>647</c:v>
                </c:pt>
                <c:pt idx="493">
                  <c:v>647</c:v>
                </c:pt>
                <c:pt idx="494">
                  <c:v>647</c:v>
                </c:pt>
                <c:pt idx="495">
                  <c:v>647</c:v>
                </c:pt>
                <c:pt idx="496">
                  <c:v>647</c:v>
                </c:pt>
                <c:pt idx="497">
                  <c:v>646</c:v>
                </c:pt>
                <c:pt idx="498">
                  <c:v>651</c:v>
                </c:pt>
                <c:pt idx="499">
                  <c:v>635</c:v>
                </c:pt>
                <c:pt idx="500">
                  <c:v>635</c:v>
                </c:pt>
                <c:pt idx="501">
                  <c:v>635</c:v>
                </c:pt>
                <c:pt idx="502">
                  <c:v>633</c:v>
                </c:pt>
                <c:pt idx="503">
                  <c:v>633</c:v>
                </c:pt>
                <c:pt idx="504">
                  <c:v>632</c:v>
                </c:pt>
                <c:pt idx="505">
                  <c:v>632</c:v>
                </c:pt>
                <c:pt idx="506">
                  <c:v>633</c:v>
                </c:pt>
                <c:pt idx="507">
                  <c:v>632</c:v>
                </c:pt>
                <c:pt idx="508">
                  <c:v>633</c:v>
                </c:pt>
                <c:pt idx="509">
                  <c:v>635</c:v>
                </c:pt>
                <c:pt idx="510">
                  <c:v>635</c:v>
                </c:pt>
                <c:pt idx="511">
                  <c:v>635</c:v>
                </c:pt>
                <c:pt idx="512">
                  <c:v>635</c:v>
                </c:pt>
                <c:pt idx="513">
                  <c:v>635</c:v>
                </c:pt>
                <c:pt idx="514">
                  <c:v>635</c:v>
                </c:pt>
                <c:pt idx="515">
                  <c:v>635</c:v>
                </c:pt>
                <c:pt idx="516">
                  <c:v>635</c:v>
                </c:pt>
                <c:pt idx="517">
                  <c:v>635</c:v>
                </c:pt>
                <c:pt idx="518">
                  <c:v>637</c:v>
                </c:pt>
                <c:pt idx="519">
                  <c:v>638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6E-48A9-BD24-8F2C837CF42F}"/>
            </c:ext>
          </c:extLst>
        </c:ser>
        <c:ser>
          <c:idx val="1"/>
          <c:order val="1"/>
          <c:tx>
            <c:strRef>
              <c:f>Sheet1!$N$1</c:f>
              <c:strCache>
                <c:ptCount val="1"/>
                <c:pt idx="0">
                  <c:v>cell2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Sheet1!$N$2:$N$521</c:f>
              <c:numCache>
                <c:formatCode>General</c:formatCode>
                <c:ptCount val="520"/>
                <c:pt idx="0">
                  <c:v>956</c:v>
                </c:pt>
                <c:pt idx="1">
                  <c:v>955</c:v>
                </c:pt>
                <c:pt idx="2">
                  <c:v>955</c:v>
                </c:pt>
                <c:pt idx="3">
                  <c:v>955</c:v>
                </c:pt>
                <c:pt idx="4">
                  <c:v>955</c:v>
                </c:pt>
                <c:pt idx="5">
                  <c:v>955</c:v>
                </c:pt>
                <c:pt idx="6">
                  <c:v>954</c:v>
                </c:pt>
                <c:pt idx="7">
                  <c:v>955</c:v>
                </c:pt>
                <c:pt idx="8">
                  <c:v>953</c:v>
                </c:pt>
                <c:pt idx="9">
                  <c:v>953</c:v>
                </c:pt>
                <c:pt idx="10">
                  <c:v>888</c:v>
                </c:pt>
                <c:pt idx="11">
                  <c:v>889</c:v>
                </c:pt>
                <c:pt idx="12">
                  <c:v>889</c:v>
                </c:pt>
                <c:pt idx="13">
                  <c:v>889</c:v>
                </c:pt>
                <c:pt idx="14">
                  <c:v>888</c:v>
                </c:pt>
                <c:pt idx="15">
                  <c:v>889</c:v>
                </c:pt>
                <c:pt idx="16">
                  <c:v>889</c:v>
                </c:pt>
                <c:pt idx="17">
                  <c:v>889</c:v>
                </c:pt>
                <c:pt idx="18">
                  <c:v>888</c:v>
                </c:pt>
                <c:pt idx="19">
                  <c:v>889</c:v>
                </c:pt>
                <c:pt idx="20">
                  <c:v>888</c:v>
                </c:pt>
                <c:pt idx="21">
                  <c:v>888</c:v>
                </c:pt>
                <c:pt idx="22">
                  <c:v>889</c:v>
                </c:pt>
                <c:pt idx="23">
                  <c:v>889</c:v>
                </c:pt>
                <c:pt idx="24">
                  <c:v>887</c:v>
                </c:pt>
                <c:pt idx="25">
                  <c:v>889</c:v>
                </c:pt>
                <c:pt idx="26">
                  <c:v>888</c:v>
                </c:pt>
                <c:pt idx="27">
                  <c:v>888</c:v>
                </c:pt>
                <c:pt idx="28">
                  <c:v>889</c:v>
                </c:pt>
                <c:pt idx="29">
                  <c:v>888</c:v>
                </c:pt>
                <c:pt idx="30">
                  <c:v>887</c:v>
                </c:pt>
                <c:pt idx="31">
                  <c:v>887</c:v>
                </c:pt>
                <c:pt idx="32">
                  <c:v>889</c:v>
                </c:pt>
                <c:pt idx="33">
                  <c:v>887</c:v>
                </c:pt>
                <c:pt idx="34">
                  <c:v>887</c:v>
                </c:pt>
                <c:pt idx="35">
                  <c:v>887</c:v>
                </c:pt>
                <c:pt idx="36">
                  <c:v>888</c:v>
                </c:pt>
                <c:pt idx="37">
                  <c:v>888</c:v>
                </c:pt>
                <c:pt idx="38">
                  <c:v>888</c:v>
                </c:pt>
                <c:pt idx="39">
                  <c:v>887</c:v>
                </c:pt>
                <c:pt idx="40">
                  <c:v>889</c:v>
                </c:pt>
                <c:pt idx="41">
                  <c:v>865</c:v>
                </c:pt>
                <c:pt idx="42">
                  <c:v>865</c:v>
                </c:pt>
                <c:pt idx="43">
                  <c:v>865</c:v>
                </c:pt>
                <c:pt idx="44">
                  <c:v>865</c:v>
                </c:pt>
                <c:pt idx="45">
                  <c:v>865</c:v>
                </c:pt>
                <c:pt idx="46">
                  <c:v>865</c:v>
                </c:pt>
                <c:pt idx="47">
                  <c:v>865</c:v>
                </c:pt>
                <c:pt idx="48">
                  <c:v>865</c:v>
                </c:pt>
                <c:pt idx="49">
                  <c:v>865</c:v>
                </c:pt>
                <c:pt idx="50">
                  <c:v>865</c:v>
                </c:pt>
                <c:pt idx="51">
                  <c:v>865</c:v>
                </c:pt>
                <c:pt idx="52">
                  <c:v>865</c:v>
                </c:pt>
                <c:pt idx="53">
                  <c:v>865</c:v>
                </c:pt>
                <c:pt idx="54">
                  <c:v>865</c:v>
                </c:pt>
                <c:pt idx="55">
                  <c:v>865</c:v>
                </c:pt>
                <c:pt idx="56">
                  <c:v>865</c:v>
                </c:pt>
                <c:pt idx="57">
                  <c:v>865</c:v>
                </c:pt>
                <c:pt idx="58">
                  <c:v>865</c:v>
                </c:pt>
                <c:pt idx="59">
                  <c:v>866</c:v>
                </c:pt>
                <c:pt idx="60">
                  <c:v>865</c:v>
                </c:pt>
                <c:pt idx="61">
                  <c:v>865</c:v>
                </c:pt>
                <c:pt idx="62">
                  <c:v>865</c:v>
                </c:pt>
                <c:pt idx="63">
                  <c:v>865</c:v>
                </c:pt>
                <c:pt idx="64">
                  <c:v>865</c:v>
                </c:pt>
                <c:pt idx="65">
                  <c:v>865</c:v>
                </c:pt>
                <c:pt idx="66">
                  <c:v>865</c:v>
                </c:pt>
                <c:pt idx="67">
                  <c:v>865</c:v>
                </c:pt>
                <c:pt idx="68">
                  <c:v>865</c:v>
                </c:pt>
                <c:pt idx="69">
                  <c:v>865</c:v>
                </c:pt>
                <c:pt idx="70">
                  <c:v>865</c:v>
                </c:pt>
                <c:pt idx="71">
                  <c:v>865</c:v>
                </c:pt>
                <c:pt idx="72">
                  <c:v>845</c:v>
                </c:pt>
                <c:pt idx="73">
                  <c:v>845</c:v>
                </c:pt>
                <c:pt idx="74">
                  <c:v>845</c:v>
                </c:pt>
                <c:pt idx="75">
                  <c:v>845</c:v>
                </c:pt>
                <c:pt idx="76">
                  <c:v>845</c:v>
                </c:pt>
                <c:pt idx="77">
                  <c:v>845</c:v>
                </c:pt>
                <c:pt idx="78">
                  <c:v>845</c:v>
                </c:pt>
                <c:pt idx="79">
                  <c:v>845</c:v>
                </c:pt>
                <c:pt idx="80">
                  <c:v>845</c:v>
                </c:pt>
                <c:pt idx="81">
                  <c:v>845</c:v>
                </c:pt>
                <c:pt idx="82">
                  <c:v>845</c:v>
                </c:pt>
                <c:pt idx="83">
                  <c:v>845</c:v>
                </c:pt>
                <c:pt idx="84">
                  <c:v>845</c:v>
                </c:pt>
                <c:pt idx="85">
                  <c:v>845</c:v>
                </c:pt>
                <c:pt idx="86">
                  <c:v>845</c:v>
                </c:pt>
                <c:pt idx="87">
                  <c:v>845</c:v>
                </c:pt>
                <c:pt idx="88">
                  <c:v>845</c:v>
                </c:pt>
                <c:pt idx="89">
                  <c:v>845</c:v>
                </c:pt>
                <c:pt idx="90">
                  <c:v>845</c:v>
                </c:pt>
                <c:pt idx="91">
                  <c:v>845</c:v>
                </c:pt>
                <c:pt idx="92">
                  <c:v>845</c:v>
                </c:pt>
                <c:pt idx="93">
                  <c:v>845</c:v>
                </c:pt>
                <c:pt idx="94">
                  <c:v>845</c:v>
                </c:pt>
                <c:pt idx="95">
                  <c:v>845</c:v>
                </c:pt>
                <c:pt idx="96">
                  <c:v>845</c:v>
                </c:pt>
                <c:pt idx="97">
                  <c:v>845</c:v>
                </c:pt>
                <c:pt idx="98">
                  <c:v>845</c:v>
                </c:pt>
                <c:pt idx="99">
                  <c:v>845</c:v>
                </c:pt>
                <c:pt idx="100">
                  <c:v>845</c:v>
                </c:pt>
                <c:pt idx="101">
                  <c:v>845</c:v>
                </c:pt>
                <c:pt idx="102">
                  <c:v>845</c:v>
                </c:pt>
                <c:pt idx="103">
                  <c:v>843</c:v>
                </c:pt>
                <c:pt idx="104">
                  <c:v>824</c:v>
                </c:pt>
                <c:pt idx="105">
                  <c:v>824</c:v>
                </c:pt>
                <c:pt idx="106">
                  <c:v>824</c:v>
                </c:pt>
                <c:pt idx="107">
                  <c:v>824</c:v>
                </c:pt>
                <c:pt idx="108">
                  <c:v>824</c:v>
                </c:pt>
                <c:pt idx="109">
                  <c:v>824</c:v>
                </c:pt>
                <c:pt idx="110">
                  <c:v>824</c:v>
                </c:pt>
                <c:pt idx="111">
                  <c:v>824</c:v>
                </c:pt>
                <c:pt idx="112">
                  <c:v>824</c:v>
                </c:pt>
                <c:pt idx="113">
                  <c:v>824</c:v>
                </c:pt>
                <c:pt idx="114">
                  <c:v>824</c:v>
                </c:pt>
                <c:pt idx="115">
                  <c:v>824</c:v>
                </c:pt>
                <c:pt idx="116">
                  <c:v>824</c:v>
                </c:pt>
                <c:pt idx="117">
                  <c:v>824</c:v>
                </c:pt>
                <c:pt idx="118">
                  <c:v>824</c:v>
                </c:pt>
                <c:pt idx="119">
                  <c:v>824</c:v>
                </c:pt>
                <c:pt idx="120">
                  <c:v>824</c:v>
                </c:pt>
                <c:pt idx="121">
                  <c:v>824</c:v>
                </c:pt>
                <c:pt idx="122">
                  <c:v>824</c:v>
                </c:pt>
                <c:pt idx="123">
                  <c:v>824</c:v>
                </c:pt>
                <c:pt idx="124">
                  <c:v>824</c:v>
                </c:pt>
                <c:pt idx="125">
                  <c:v>824</c:v>
                </c:pt>
                <c:pt idx="126">
                  <c:v>824</c:v>
                </c:pt>
                <c:pt idx="127">
                  <c:v>824</c:v>
                </c:pt>
                <c:pt idx="128">
                  <c:v>824</c:v>
                </c:pt>
                <c:pt idx="129">
                  <c:v>824</c:v>
                </c:pt>
                <c:pt idx="130">
                  <c:v>824</c:v>
                </c:pt>
                <c:pt idx="131">
                  <c:v>824</c:v>
                </c:pt>
                <c:pt idx="132">
                  <c:v>824</c:v>
                </c:pt>
                <c:pt idx="133">
                  <c:v>824</c:v>
                </c:pt>
                <c:pt idx="134">
                  <c:v>824</c:v>
                </c:pt>
                <c:pt idx="135">
                  <c:v>804</c:v>
                </c:pt>
                <c:pt idx="136">
                  <c:v>804</c:v>
                </c:pt>
                <c:pt idx="137">
                  <c:v>804</c:v>
                </c:pt>
                <c:pt idx="138">
                  <c:v>805</c:v>
                </c:pt>
                <c:pt idx="139">
                  <c:v>804</c:v>
                </c:pt>
                <c:pt idx="140">
                  <c:v>804</c:v>
                </c:pt>
                <c:pt idx="141">
                  <c:v>805</c:v>
                </c:pt>
                <c:pt idx="142">
                  <c:v>804</c:v>
                </c:pt>
                <c:pt idx="143">
                  <c:v>805</c:v>
                </c:pt>
                <c:pt idx="144">
                  <c:v>805</c:v>
                </c:pt>
                <c:pt idx="145">
                  <c:v>804</c:v>
                </c:pt>
                <c:pt idx="146">
                  <c:v>804</c:v>
                </c:pt>
                <c:pt idx="147">
                  <c:v>806</c:v>
                </c:pt>
                <c:pt idx="148">
                  <c:v>804</c:v>
                </c:pt>
                <c:pt idx="149">
                  <c:v>804</c:v>
                </c:pt>
                <c:pt idx="150">
                  <c:v>805</c:v>
                </c:pt>
                <c:pt idx="151">
                  <c:v>806</c:v>
                </c:pt>
                <c:pt idx="152">
                  <c:v>804</c:v>
                </c:pt>
                <c:pt idx="153">
                  <c:v>805</c:v>
                </c:pt>
                <c:pt idx="154">
                  <c:v>804</c:v>
                </c:pt>
                <c:pt idx="155">
                  <c:v>805</c:v>
                </c:pt>
                <c:pt idx="156">
                  <c:v>805</c:v>
                </c:pt>
                <c:pt idx="157">
                  <c:v>805</c:v>
                </c:pt>
                <c:pt idx="158">
                  <c:v>805</c:v>
                </c:pt>
                <c:pt idx="159">
                  <c:v>806</c:v>
                </c:pt>
                <c:pt idx="160">
                  <c:v>805</c:v>
                </c:pt>
                <c:pt idx="161">
                  <c:v>805</c:v>
                </c:pt>
                <c:pt idx="162">
                  <c:v>805</c:v>
                </c:pt>
                <c:pt idx="163">
                  <c:v>790</c:v>
                </c:pt>
                <c:pt idx="164">
                  <c:v>785</c:v>
                </c:pt>
                <c:pt idx="165">
                  <c:v>784</c:v>
                </c:pt>
                <c:pt idx="166">
                  <c:v>785</c:v>
                </c:pt>
                <c:pt idx="167">
                  <c:v>785</c:v>
                </c:pt>
                <c:pt idx="168">
                  <c:v>785</c:v>
                </c:pt>
                <c:pt idx="169">
                  <c:v>785</c:v>
                </c:pt>
                <c:pt idx="170">
                  <c:v>785</c:v>
                </c:pt>
                <c:pt idx="171">
                  <c:v>785</c:v>
                </c:pt>
                <c:pt idx="172">
                  <c:v>785</c:v>
                </c:pt>
                <c:pt idx="173">
                  <c:v>785</c:v>
                </c:pt>
                <c:pt idx="174">
                  <c:v>785</c:v>
                </c:pt>
                <c:pt idx="175">
                  <c:v>785</c:v>
                </c:pt>
                <c:pt idx="176">
                  <c:v>785</c:v>
                </c:pt>
                <c:pt idx="177">
                  <c:v>785</c:v>
                </c:pt>
                <c:pt idx="178">
                  <c:v>785</c:v>
                </c:pt>
                <c:pt idx="179">
                  <c:v>785</c:v>
                </c:pt>
                <c:pt idx="180">
                  <c:v>785</c:v>
                </c:pt>
                <c:pt idx="181">
                  <c:v>785</c:v>
                </c:pt>
                <c:pt idx="182">
                  <c:v>785</c:v>
                </c:pt>
                <c:pt idx="183">
                  <c:v>785</c:v>
                </c:pt>
                <c:pt idx="184">
                  <c:v>785</c:v>
                </c:pt>
                <c:pt idx="185">
                  <c:v>785</c:v>
                </c:pt>
                <c:pt idx="186">
                  <c:v>784</c:v>
                </c:pt>
                <c:pt idx="187">
                  <c:v>785</c:v>
                </c:pt>
                <c:pt idx="188">
                  <c:v>785</c:v>
                </c:pt>
                <c:pt idx="189">
                  <c:v>785</c:v>
                </c:pt>
                <c:pt idx="190">
                  <c:v>785</c:v>
                </c:pt>
                <c:pt idx="191">
                  <c:v>785</c:v>
                </c:pt>
                <c:pt idx="192">
                  <c:v>785</c:v>
                </c:pt>
                <c:pt idx="193">
                  <c:v>785</c:v>
                </c:pt>
                <c:pt idx="194">
                  <c:v>764</c:v>
                </c:pt>
                <c:pt idx="195">
                  <c:v>764</c:v>
                </c:pt>
                <c:pt idx="196">
                  <c:v>764</c:v>
                </c:pt>
                <c:pt idx="197">
                  <c:v>764</c:v>
                </c:pt>
                <c:pt idx="198">
                  <c:v>765</c:v>
                </c:pt>
                <c:pt idx="199">
                  <c:v>764</c:v>
                </c:pt>
                <c:pt idx="200">
                  <c:v>765</c:v>
                </c:pt>
                <c:pt idx="201">
                  <c:v>765</c:v>
                </c:pt>
                <c:pt idx="202">
                  <c:v>765</c:v>
                </c:pt>
                <c:pt idx="203">
                  <c:v>766</c:v>
                </c:pt>
                <c:pt idx="204">
                  <c:v>766</c:v>
                </c:pt>
                <c:pt idx="205">
                  <c:v>765</c:v>
                </c:pt>
                <c:pt idx="206">
                  <c:v>765</c:v>
                </c:pt>
                <c:pt idx="207">
                  <c:v>766</c:v>
                </c:pt>
                <c:pt idx="208">
                  <c:v>765</c:v>
                </c:pt>
                <c:pt idx="209">
                  <c:v>766</c:v>
                </c:pt>
                <c:pt idx="210">
                  <c:v>766</c:v>
                </c:pt>
                <c:pt idx="211">
                  <c:v>766</c:v>
                </c:pt>
                <c:pt idx="212">
                  <c:v>765</c:v>
                </c:pt>
                <c:pt idx="213">
                  <c:v>766</c:v>
                </c:pt>
                <c:pt idx="214">
                  <c:v>766</c:v>
                </c:pt>
                <c:pt idx="215">
                  <c:v>766</c:v>
                </c:pt>
                <c:pt idx="216">
                  <c:v>766</c:v>
                </c:pt>
                <c:pt idx="217">
                  <c:v>765</c:v>
                </c:pt>
                <c:pt idx="218">
                  <c:v>767</c:v>
                </c:pt>
                <c:pt idx="219">
                  <c:v>766</c:v>
                </c:pt>
                <c:pt idx="220">
                  <c:v>765</c:v>
                </c:pt>
                <c:pt idx="221">
                  <c:v>766</c:v>
                </c:pt>
                <c:pt idx="222">
                  <c:v>765</c:v>
                </c:pt>
                <c:pt idx="223">
                  <c:v>766</c:v>
                </c:pt>
                <c:pt idx="224">
                  <c:v>765</c:v>
                </c:pt>
                <c:pt idx="225">
                  <c:v>765</c:v>
                </c:pt>
                <c:pt idx="226">
                  <c:v>746</c:v>
                </c:pt>
                <c:pt idx="227">
                  <c:v>746</c:v>
                </c:pt>
                <c:pt idx="228">
                  <c:v>746</c:v>
                </c:pt>
                <c:pt idx="229">
                  <c:v>746</c:v>
                </c:pt>
                <c:pt idx="230">
                  <c:v>746</c:v>
                </c:pt>
                <c:pt idx="231">
                  <c:v>746</c:v>
                </c:pt>
                <c:pt idx="232">
                  <c:v>746</c:v>
                </c:pt>
                <c:pt idx="233">
                  <c:v>746</c:v>
                </c:pt>
                <c:pt idx="234">
                  <c:v>746</c:v>
                </c:pt>
                <c:pt idx="235">
                  <c:v>746</c:v>
                </c:pt>
                <c:pt idx="236">
                  <c:v>746</c:v>
                </c:pt>
                <c:pt idx="237">
                  <c:v>746</c:v>
                </c:pt>
                <c:pt idx="238">
                  <c:v>746</c:v>
                </c:pt>
                <c:pt idx="239">
                  <c:v>746</c:v>
                </c:pt>
                <c:pt idx="240">
                  <c:v>746</c:v>
                </c:pt>
                <c:pt idx="241">
                  <c:v>746</c:v>
                </c:pt>
                <c:pt idx="242">
                  <c:v>746</c:v>
                </c:pt>
                <c:pt idx="243">
                  <c:v>747</c:v>
                </c:pt>
                <c:pt idx="244">
                  <c:v>746</c:v>
                </c:pt>
                <c:pt idx="245">
                  <c:v>747</c:v>
                </c:pt>
                <c:pt idx="246">
                  <c:v>746</c:v>
                </c:pt>
                <c:pt idx="247">
                  <c:v>746</c:v>
                </c:pt>
                <c:pt idx="248">
                  <c:v>747</c:v>
                </c:pt>
                <c:pt idx="249">
                  <c:v>746</c:v>
                </c:pt>
                <c:pt idx="250">
                  <c:v>747</c:v>
                </c:pt>
                <c:pt idx="251">
                  <c:v>748</c:v>
                </c:pt>
                <c:pt idx="252">
                  <c:v>746</c:v>
                </c:pt>
                <c:pt idx="253">
                  <c:v>746</c:v>
                </c:pt>
                <c:pt idx="254">
                  <c:v>746</c:v>
                </c:pt>
                <c:pt idx="255">
                  <c:v>747</c:v>
                </c:pt>
                <c:pt idx="256">
                  <c:v>728</c:v>
                </c:pt>
                <c:pt idx="257">
                  <c:v>728</c:v>
                </c:pt>
                <c:pt idx="258">
                  <c:v>728</c:v>
                </c:pt>
                <c:pt idx="259">
                  <c:v>728</c:v>
                </c:pt>
                <c:pt idx="260">
                  <c:v>728</c:v>
                </c:pt>
                <c:pt idx="261">
                  <c:v>728</c:v>
                </c:pt>
                <c:pt idx="262">
                  <c:v>728</c:v>
                </c:pt>
                <c:pt idx="263">
                  <c:v>728</c:v>
                </c:pt>
                <c:pt idx="264">
                  <c:v>728</c:v>
                </c:pt>
                <c:pt idx="265">
                  <c:v>728</c:v>
                </c:pt>
                <c:pt idx="266">
                  <c:v>728</c:v>
                </c:pt>
                <c:pt idx="267">
                  <c:v>728</c:v>
                </c:pt>
                <c:pt idx="268">
                  <c:v>728</c:v>
                </c:pt>
                <c:pt idx="269">
                  <c:v>728</c:v>
                </c:pt>
                <c:pt idx="270">
                  <c:v>728</c:v>
                </c:pt>
                <c:pt idx="271">
                  <c:v>728</c:v>
                </c:pt>
                <c:pt idx="272">
                  <c:v>728</c:v>
                </c:pt>
                <c:pt idx="273">
                  <c:v>728</c:v>
                </c:pt>
                <c:pt idx="274">
                  <c:v>728</c:v>
                </c:pt>
                <c:pt idx="275">
                  <c:v>728</c:v>
                </c:pt>
                <c:pt idx="276">
                  <c:v>728</c:v>
                </c:pt>
                <c:pt idx="277">
                  <c:v>728</c:v>
                </c:pt>
                <c:pt idx="278">
                  <c:v>728</c:v>
                </c:pt>
                <c:pt idx="279">
                  <c:v>728</c:v>
                </c:pt>
                <c:pt idx="280">
                  <c:v>728</c:v>
                </c:pt>
                <c:pt idx="281">
                  <c:v>728</c:v>
                </c:pt>
                <c:pt idx="282">
                  <c:v>728</c:v>
                </c:pt>
                <c:pt idx="283">
                  <c:v>728</c:v>
                </c:pt>
                <c:pt idx="284">
                  <c:v>728</c:v>
                </c:pt>
                <c:pt idx="285">
                  <c:v>728</c:v>
                </c:pt>
                <c:pt idx="286">
                  <c:v>722</c:v>
                </c:pt>
                <c:pt idx="287">
                  <c:v>710</c:v>
                </c:pt>
                <c:pt idx="288">
                  <c:v>710</c:v>
                </c:pt>
                <c:pt idx="289">
                  <c:v>710</c:v>
                </c:pt>
                <c:pt idx="290">
                  <c:v>710</c:v>
                </c:pt>
                <c:pt idx="291">
                  <c:v>710</c:v>
                </c:pt>
                <c:pt idx="292">
                  <c:v>710</c:v>
                </c:pt>
                <c:pt idx="293">
                  <c:v>710</c:v>
                </c:pt>
                <c:pt idx="294">
                  <c:v>710</c:v>
                </c:pt>
                <c:pt idx="295">
                  <c:v>710</c:v>
                </c:pt>
                <c:pt idx="296">
                  <c:v>710</c:v>
                </c:pt>
                <c:pt idx="297">
                  <c:v>710</c:v>
                </c:pt>
                <c:pt idx="298">
                  <c:v>710</c:v>
                </c:pt>
                <c:pt idx="299">
                  <c:v>710</c:v>
                </c:pt>
                <c:pt idx="300">
                  <c:v>710</c:v>
                </c:pt>
                <c:pt idx="301">
                  <c:v>710</c:v>
                </c:pt>
                <c:pt idx="302">
                  <c:v>710</c:v>
                </c:pt>
                <c:pt idx="303">
                  <c:v>710</c:v>
                </c:pt>
                <c:pt idx="304">
                  <c:v>710</c:v>
                </c:pt>
                <c:pt idx="305">
                  <c:v>710</c:v>
                </c:pt>
                <c:pt idx="306">
                  <c:v>710</c:v>
                </c:pt>
                <c:pt idx="307">
                  <c:v>710</c:v>
                </c:pt>
                <c:pt idx="308">
                  <c:v>710</c:v>
                </c:pt>
                <c:pt idx="309">
                  <c:v>710</c:v>
                </c:pt>
                <c:pt idx="310">
                  <c:v>710</c:v>
                </c:pt>
                <c:pt idx="311">
                  <c:v>710</c:v>
                </c:pt>
                <c:pt idx="312">
                  <c:v>710</c:v>
                </c:pt>
                <c:pt idx="313">
                  <c:v>710</c:v>
                </c:pt>
                <c:pt idx="314">
                  <c:v>710</c:v>
                </c:pt>
                <c:pt idx="315">
                  <c:v>710</c:v>
                </c:pt>
                <c:pt idx="316">
                  <c:v>708</c:v>
                </c:pt>
                <c:pt idx="317">
                  <c:v>692</c:v>
                </c:pt>
                <c:pt idx="318">
                  <c:v>692</c:v>
                </c:pt>
                <c:pt idx="319">
                  <c:v>692</c:v>
                </c:pt>
                <c:pt idx="320">
                  <c:v>692</c:v>
                </c:pt>
                <c:pt idx="321">
                  <c:v>692</c:v>
                </c:pt>
                <c:pt idx="322">
                  <c:v>692</c:v>
                </c:pt>
                <c:pt idx="323">
                  <c:v>692</c:v>
                </c:pt>
                <c:pt idx="324">
                  <c:v>692</c:v>
                </c:pt>
                <c:pt idx="325">
                  <c:v>692</c:v>
                </c:pt>
                <c:pt idx="326">
                  <c:v>692</c:v>
                </c:pt>
                <c:pt idx="327">
                  <c:v>692</c:v>
                </c:pt>
                <c:pt idx="328">
                  <c:v>692</c:v>
                </c:pt>
                <c:pt idx="329">
                  <c:v>692</c:v>
                </c:pt>
                <c:pt idx="330">
                  <c:v>692</c:v>
                </c:pt>
                <c:pt idx="331">
                  <c:v>692</c:v>
                </c:pt>
                <c:pt idx="332">
                  <c:v>692</c:v>
                </c:pt>
                <c:pt idx="333">
                  <c:v>692</c:v>
                </c:pt>
                <c:pt idx="334">
                  <c:v>692</c:v>
                </c:pt>
                <c:pt idx="335">
                  <c:v>692</c:v>
                </c:pt>
                <c:pt idx="336">
                  <c:v>692</c:v>
                </c:pt>
                <c:pt idx="337">
                  <c:v>692</c:v>
                </c:pt>
                <c:pt idx="338">
                  <c:v>692</c:v>
                </c:pt>
                <c:pt idx="339">
                  <c:v>692</c:v>
                </c:pt>
                <c:pt idx="340">
                  <c:v>692</c:v>
                </c:pt>
                <c:pt idx="341">
                  <c:v>692</c:v>
                </c:pt>
                <c:pt idx="342">
                  <c:v>692</c:v>
                </c:pt>
                <c:pt idx="343">
                  <c:v>692</c:v>
                </c:pt>
                <c:pt idx="344">
                  <c:v>692</c:v>
                </c:pt>
                <c:pt idx="345">
                  <c:v>692</c:v>
                </c:pt>
                <c:pt idx="346">
                  <c:v>692</c:v>
                </c:pt>
                <c:pt idx="347">
                  <c:v>692</c:v>
                </c:pt>
                <c:pt idx="348">
                  <c:v>674</c:v>
                </c:pt>
                <c:pt idx="349">
                  <c:v>674</c:v>
                </c:pt>
                <c:pt idx="350">
                  <c:v>674</c:v>
                </c:pt>
                <c:pt idx="351">
                  <c:v>674</c:v>
                </c:pt>
                <c:pt idx="352">
                  <c:v>674</c:v>
                </c:pt>
                <c:pt idx="353">
                  <c:v>674</c:v>
                </c:pt>
                <c:pt idx="354">
                  <c:v>674</c:v>
                </c:pt>
                <c:pt idx="355">
                  <c:v>674</c:v>
                </c:pt>
                <c:pt idx="356">
                  <c:v>674</c:v>
                </c:pt>
                <c:pt idx="357">
                  <c:v>674</c:v>
                </c:pt>
                <c:pt idx="358">
                  <c:v>674</c:v>
                </c:pt>
                <c:pt idx="359">
                  <c:v>675</c:v>
                </c:pt>
                <c:pt idx="360">
                  <c:v>675</c:v>
                </c:pt>
                <c:pt idx="361">
                  <c:v>674</c:v>
                </c:pt>
                <c:pt idx="362">
                  <c:v>675</c:v>
                </c:pt>
                <c:pt idx="363">
                  <c:v>676</c:v>
                </c:pt>
                <c:pt idx="364">
                  <c:v>674</c:v>
                </c:pt>
                <c:pt idx="365">
                  <c:v>675</c:v>
                </c:pt>
                <c:pt idx="366">
                  <c:v>676</c:v>
                </c:pt>
                <c:pt idx="367">
                  <c:v>675</c:v>
                </c:pt>
                <c:pt idx="368">
                  <c:v>675</c:v>
                </c:pt>
                <c:pt idx="369">
                  <c:v>676</c:v>
                </c:pt>
                <c:pt idx="370">
                  <c:v>674</c:v>
                </c:pt>
                <c:pt idx="371">
                  <c:v>675</c:v>
                </c:pt>
                <c:pt idx="372">
                  <c:v>674</c:v>
                </c:pt>
                <c:pt idx="373">
                  <c:v>674</c:v>
                </c:pt>
                <c:pt idx="374">
                  <c:v>674</c:v>
                </c:pt>
                <c:pt idx="375">
                  <c:v>674</c:v>
                </c:pt>
                <c:pt idx="376">
                  <c:v>674</c:v>
                </c:pt>
                <c:pt idx="377">
                  <c:v>657</c:v>
                </c:pt>
                <c:pt idx="378">
                  <c:v>656</c:v>
                </c:pt>
                <c:pt idx="379">
                  <c:v>657</c:v>
                </c:pt>
                <c:pt idx="380">
                  <c:v>656</c:v>
                </c:pt>
                <c:pt idx="381">
                  <c:v>656</c:v>
                </c:pt>
                <c:pt idx="382">
                  <c:v>656</c:v>
                </c:pt>
                <c:pt idx="383">
                  <c:v>656</c:v>
                </c:pt>
                <c:pt idx="384">
                  <c:v>656</c:v>
                </c:pt>
                <c:pt idx="385">
                  <c:v>657</c:v>
                </c:pt>
                <c:pt idx="386">
                  <c:v>657</c:v>
                </c:pt>
                <c:pt idx="387">
                  <c:v>656</c:v>
                </c:pt>
                <c:pt idx="388">
                  <c:v>656</c:v>
                </c:pt>
                <c:pt idx="389">
                  <c:v>656</c:v>
                </c:pt>
                <c:pt idx="390">
                  <c:v>656</c:v>
                </c:pt>
                <c:pt idx="391">
                  <c:v>656</c:v>
                </c:pt>
                <c:pt idx="392">
                  <c:v>657</c:v>
                </c:pt>
                <c:pt idx="393">
                  <c:v>656</c:v>
                </c:pt>
                <c:pt idx="394">
                  <c:v>656</c:v>
                </c:pt>
                <c:pt idx="395">
                  <c:v>656</c:v>
                </c:pt>
                <c:pt idx="396">
                  <c:v>656</c:v>
                </c:pt>
                <c:pt idx="397">
                  <c:v>656</c:v>
                </c:pt>
                <c:pt idx="398">
                  <c:v>656</c:v>
                </c:pt>
                <c:pt idx="399">
                  <c:v>656</c:v>
                </c:pt>
                <c:pt idx="400">
                  <c:v>656</c:v>
                </c:pt>
                <c:pt idx="401">
                  <c:v>656</c:v>
                </c:pt>
                <c:pt idx="402">
                  <c:v>656</c:v>
                </c:pt>
                <c:pt idx="403">
                  <c:v>656</c:v>
                </c:pt>
                <c:pt idx="404">
                  <c:v>656</c:v>
                </c:pt>
                <c:pt idx="405">
                  <c:v>656</c:v>
                </c:pt>
                <c:pt idx="406">
                  <c:v>658</c:v>
                </c:pt>
                <c:pt idx="407">
                  <c:v>659</c:v>
                </c:pt>
                <c:pt idx="408">
                  <c:v>638</c:v>
                </c:pt>
                <c:pt idx="409">
                  <c:v>638</c:v>
                </c:pt>
                <c:pt idx="410">
                  <c:v>638</c:v>
                </c:pt>
                <c:pt idx="411">
                  <c:v>638</c:v>
                </c:pt>
                <c:pt idx="412">
                  <c:v>638</c:v>
                </c:pt>
                <c:pt idx="413">
                  <c:v>639</c:v>
                </c:pt>
                <c:pt idx="414">
                  <c:v>641</c:v>
                </c:pt>
                <c:pt idx="415">
                  <c:v>640</c:v>
                </c:pt>
                <c:pt idx="416">
                  <c:v>640</c:v>
                </c:pt>
                <c:pt idx="417">
                  <c:v>641</c:v>
                </c:pt>
                <c:pt idx="418">
                  <c:v>641</c:v>
                </c:pt>
                <c:pt idx="419">
                  <c:v>640</c:v>
                </c:pt>
                <c:pt idx="420">
                  <c:v>641</c:v>
                </c:pt>
                <c:pt idx="421">
                  <c:v>641</c:v>
                </c:pt>
                <c:pt idx="422">
                  <c:v>641</c:v>
                </c:pt>
                <c:pt idx="423">
                  <c:v>640</c:v>
                </c:pt>
                <c:pt idx="424">
                  <c:v>641</c:v>
                </c:pt>
                <c:pt idx="425">
                  <c:v>639</c:v>
                </c:pt>
                <c:pt idx="426">
                  <c:v>639</c:v>
                </c:pt>
                <c:pt idx="427">
                  <c:v>640</c:v>
                </c:pt>
                <c:pt idx="428">
                  <c:v>639</c:v>
                </c:pt>
                <c:pt idx="429">
                  <c:v>639</c:v>
                </c:pt>
                <c:pt idx="430">
                  <c:v>639</c:v>
                </c:pt>
                <c:pt idx="431">
                  <c:v>638</c:v>
                </c:pt>
                <c:pt idx="432">
                  <c:v>638</c:v>
                </c:pt>
                <c:pt idx="433">
                  <c:v>638</c:v>
                </c:pt>
                <c:pt idx="434">
                  <c:v>638</c:v>
                </c:pt>
                <c:pt idx="435">
                  <c:v>638</c:v>
                </c:pt>
                <c:pt idx="436">
                  <c:v>637</c:v>
                </c:pt>
                <c:pt idx="437">
                  <c:v>641</c:v>
                </c:pt>
                <c:pt idx="438">
                  <c:v>640</c:v>
                </c:pt>
                <c:pt idx="439">
                  <c:v>639</c:v>
                </c:pt>
                <c:pt idx="440">
                  <c:v>620</c:v>
                </c:pt>
                <c:pt idx="441">
                  <c:v>620</c:v>
                </c:pt>
                <c:pt idx="442">
                  <c:v>620</c:v>
                </c:pt>
                <c:pt idx="443">
                  <c:v>620</c:v>
                </c:pt>
                <c:pt idx="444">
                  <c:v>620</c:v>
                </c:pt>
                <c:pt idx="445">
                  <c:v>620</c:v>
                </c:pt>
                <c:pt idx="446">
                  <c:v>620</c:v>
                </c:pt>
                <c:pt idx="447">
                  <c:v>620</c:v>
                </c:pt>
                <c:pt idx="448">
                  <c:v>620</c:v>
                </c:pt>
                <c:pt idx="449">
                  <c:v>617</c:v>
                </c:pt>
                <c:pt idx="450">
                  <c:v>618</c:v>
                </c:pt>
                <c:pt idx="451">
                  <c:v>618</c:v>
                </c:pt>
                <c:pt idx="452">
                  <c:v>618</c:v>
                </c:pt>
                <c:pt idx="453">
                  <c:v>617</c:v>
                </c:pt>
                <c:pt idx="454">
                  <c:v>617</c:v>
                </c:pt>
                <c:pt idx="455">
                  <c:v>617</c:v>
                </c:pt>
                <c:pt idx="456">
                  <c:v>617</c:v>
                </c:pt>
                <c:pt idx="457">
                  <c:v>617</c:v>
                </c:pt>
                <c:pt idx="458">
                  <c:v>618</c:v>
                </c:pt>
                <c:pt idx="459">
                  <c:v>617</c:v>
                </c:pt>
                <c:pt idx="460">
                  <c:v>617</c:v>
                </c:pt>
                <c:pt idx="461">
                  <c:v>617</c:v>
                </c:pt>
                <c:pt idx="462">
                  <c:v>617</c:v>
                </c:pt>
                <c:pt idx="463">
                  <c:v>616</c:v>
                </c:pt>
                <c:pt idx="464">
                  <c:v>616</c:v>
                </c:pt>
                <c:pt idx="465">
                  <c:v>617</c:v>
                </c:pt>
                <c:pt idx="466">
                  <c:v>616</c:v>
                </c:pt>
                <c:pt idx="467">
                  <c:v>623</c:v>
                </c:pt>
                <c:pt idx="468">
                  <c:v>605</c:v>
                </c:pt>
                <c:pt idx="469">
                  <c:v>605</c:v>
                </c:pt>
                <c:pt idx="470">
                  <c:v>605</c:v>
                </c:pt>
                <c:pt idx="471">
                  <c:v>605</c:v>
                </c:pt>
                <c:pt idx="472">
                  <c:v>605</c:v>
                </c:pt>
                <c:pt idx="473">
                  <c:v>605</c:v>
                </c:pt>
                <c:pt idx="474">
                  <c:v>605</c:v>
                </c:pt>
                <c:pt idx="475">
                  <c:v>605</c:v>
                </c:pt>
                <c:pt idx="476">
                  <c:v>605</c:v>
                </c:pt>
                <c:pt idx="477">
                  <c:v>605</c:v>
                </c:pt>
                <c:pt idx="478">
                  <c:v>605</c:v>
                </c:pt>
                <c:pt idx="479">
                  <c:v>605</c:v>
                </c:pt>
                <c:pt idx="480">
                  <c:v>605</c:v>
                </c:pt>
                <c:pt idx="481">
                  <c:v>605</c:v>
                </c:pt>
                <c:pt idx="482">
                  <c:v>605</c:v>
                </c:pt>
                <c:pt idx="483">
                  <c:v>606</c:v>
                </c:pt>
                <c:pt idx="484">
                  <c:v>606</c:v>
                </c:pt>
                <c:pt idx="485">
                  <c:v>606</c:v>
                </c:pt>
                <c:pt idx="486">
                  <c:v>605</c:v>
                </c:pt>
                <c:pt idx="487">
                  <c:v>605</c:v>
                </c:pt>
                <c:pt idx="488">
                  <c:v>606</c:v>
                </c:pt>
                <c:pt idx="489">
                  <c:v>605</c:v>
                </c:pt>
                <c:pt idx="490">
                  <c:v>606</c:v>
                </c:pt>
                <c:pt idx="491">
                  <c:v>605</c:v>
                </c:pt>
                <c:pt idx="492">
                  <c:v>605</c:v>
                </c:pt>
                <c:pt idx="493">
                  <c:v>606</c:v>
                </c:pt>
                <c:pt idx="494">
                  <c:v>605</c:v>
                </c:pt>
                <c:pt idx="495">
                  <c:v>605</c:v>
                </c:pt>
                <c:pt idx="496">
                  <c:v>606</c:v>
                </c:pt>
                <c:pt idx="497">
                  <c:v>605</c:v>
                </c:pt>
                <c:pt idx="498">
                  <c:v>608</c:v>
                </c:pt>
                <c:pt idx="499">
                  <c:v>588</c:v>
                </c:pt>
                <c:pt idx="500">
                  <c:v>588</c:v>
                </c:pt>
                <c:pt idx="501">
                  <c:v>588</c:v>
                </c:pt>
                <c:pt idx="502">
                  <c:v>588</c:v>
                </c:pt>
                <c:pt idx="503">
                  <c:v>590</c:v>
                </c:pt>
                <c:pt idx="504">
                  <c:v>590</c:v>
                </c:pt>
                <c:pt idx="505">
                  <c:v>590</c:v>
                </c:pt>
                <c:pt idx="506">
                  <c:v>590</c:v>
                </c:pt>
                <c:pt idx="507">
                  <c:v>590</c:v>
                </c:pt>
                <c:pt idx="508">
                  <c:v>589</c:v>
                </c:pt>
                <c:pt idx="509">
                  <c:v>590</c:v>
                </c:pt>
                <c:pt idx="510">
                  <c:v>590</c:v>
                </c:pt>
                <c:pt idx="511">
                  <c:v>590</c:v>
                </c:pt>
                <c:pt idx="512">
                  <c:v>589</c:v>
                </c:pt>
                <c:pt idx="513">
                  <c:v>589</c:v>
                </c:pt>
                <c:pt idx="514">
                  <c:v>590</c:v>
                </c:pt>
                <c:pt idx="515">
                  <c:v>590</c:v>
                </c:pt>
                <c:pt idx="516">
                  <c:v>590</c:v>
                </c:pt>
                <c:pt idx="517">
                  <c:v>590</c:v>
                </c:pt>
                <c:pt idx="518">
                  <c:v>590</c:v>
                </c:pt>
                <c:pt idx="519">
                  <c:v>590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06E-48A9-BD24-8F2C837CF42F}"/>
            </c:ext>
          </c:extLst>
        </c:ser>
        <c:ser>
          <c:idx val="2"/>
          <c:order val="2"/>
          <c:tx>
            <c:strRef>
              <c:f>Sheet1!$O$1</c:f>
              <c:strCache>
                <c:ptCount val="1"/>
                <c:pt idx="0">
                  <c:v>cell3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Sheet1!$O$2:$O$521</c:f>
              <c:numCache>
                <c:formatCode>General</c:formatCode>
                <c:ptCount val="520"/>
                <c:pt idx="0">
                  <c:v>964</c:v>
                </c:pt>
                <c:pt idx="1">
                  <c:v>964</c:v>
                </c:pt>
                <c:pt idx="2">
                  <c:v>964</c:v>
                </c:pt>
                <c:pt idx="3">
                  <c:v>964</c:v>
                </c:pt>
                <c:pt idx="4">
                  <c:v>964</c:v>
                </c:pt>
                <c:pt idx="5">
                  <c:v>964</c:v>
                </c:pt>
                <c:pt idx="6">
                  <c:v>963</c:v>
                </c:pt>
                <c:pt idx="7">
                  <c:v>963</c:v>
                </c:pt>
                <c:pt idx="8">
                  <c:v>961</c:v>
                </c:pt>
                <c:pt idx="9">
                  <c:v>961</c:v>
                </c:pt>
                <c:pt idx="10">
                  <c:v>891</c:v>
                </c:pt>
                <c:pt idx="11">
                  <c:v>892</c:v>
                </c:pt>
                <c:pt idx="12">
                  <c:v>891</c:v>
                </c:pt>
                <c:pt idx="13">
                  <c:v>891</c:v>
                </c:pt>
                <c:pt idx="14">
                  <c:v>890</c:v>
                </c:pt>
                <c:pt idx="15">
                  <c:v>892</c:v>
                </c:pt>
                <c:pt idx="16">
                  <c:v>892</c:v>
                </c:pt>
                <c:pt idx="17">
                  <c:v>891</c:v>
                </c:pt>
                <c:pt idx="18">
                  <c:v>892</c:v>
                </c:pt>
                <c:pt idx="19">
                  <c:v>891</c:v>
                </c:pt>
                <c:pt idx="20">
                  <c:v>891</c:v>
                </c:pt>
                <c:pt idx="21">
                  <c:v>891</c:v>
                </c:pt>
                <c:pt idx="22">
                  <c:v>891</c:v>
                </c:pt>
                <c:pt idx="23">
                  <c:v>891</c:v>
                </c:pt>
                <c:pt idx="24">
                  <c:v>892</c:v>
                </c:pt>
                <c:pt idx="25">
                  <c:v>892</c:v>
                </c:pt>
                <c:pt idx="26">
                  <c:v>891</c:v>
                </c:pt>
                <c:pt idx="27">
                  <c:v>892</c:v>
                </c:pt>
                <c:pt idx="28">
                  <c:v>892</c:v>
                </c:pt>
                <c:pt idx="29">
                  <c:v>892</c:v>
                </c:pt>
                <c:pt idx="30">
                  <c:v>891</c:v>
                </c:pt>
                <c:pt idx="31">
                  <c:v>891</c:v>
                </c:pt>
                <c:pt idx="32">
                  <c:v>890</c:v>
                </c:pt>
                <c:pt idx="33">
                  <c:v>891</c:v>
                </c:pt>
                <c:pt idx="34">
                  <c:v>890</c:v>
                </c:pt>
                <c:pt idx="35">
                  <c:v>891</c:v>
                </c:pt>
                <c:pt idx="36">
                  <c:v>890</c:v>
                </c:pt>
                <c:pt idx="37">
                  <c:v>891</c:v>
                </c:pt>
                <c:pt idx="38">
                  <c:v>890</c:v>
                </c:pt>
                <c:pt idx="39">
                  <c:v>891</c:v>
                </c:pt>
                <c:pt idx="40">
                  <c:v>891</c:v>
                </c:pt>
                <c:pt idx="41">
                  <c:v>868</c:v>
                </c:pt>
                <c:pt idx="42">
                  <c:v>868</c:v>
                </c:pt>
                <c:pt idx="43">
                  <c:v>868</c:v>
                </c:pt>
                <c:pt idx="44">
                  <c:v>868</c:v>
                </c:pt>
                <c:pt idx="45">
                  <c:v>868</c:v>
                </c:pt>
                <c:pt idx="46">
                  <c:v>868</c:v>
                </c:pt>
                <c:pt idx="47">
                  <c:v>868</c:v>
                </c:pt>
                <c:pt idx="48">
                  <c:v>868</c:v>
                </c:pt>
                <c:pt idx="49">
                  <c:v>868</c:v>
                </c:pt>
                <c:pt idx="50">
                  <c:v>868</c:v>
                </c:pt>
                <c:pt idx="51">
                  <c:v>868</c:v>
                </c:pt>
                <c:pt idx="52">
                  <c:v>868</c:v>
                </c:pt>
                <c:pt idx="53">
                  <c:v>868</c:v>
                </c:pt>
                <c:pt idx="54">
                  <c:v>868</c:v>
                </c:pt>
                <c:pt idx="55">
                  <c:v>868</c:v>
                </c:pt>
                <c:pt idx="56">
                  <c:v>868</c:v>
                </c:pt>
                <c:pt idx="57">
                  <c:v>868</c:v>
                </c:pt>
                <c:pt idx="58">
                  <c:v>868</c:v>
                </c:pt>
                <c:pt idx="59">
                  <c:v>868</c:v>
                </c:pt>
                <c:pt idx="60">
                  <c:v>868</c:v>
                </c:pt>
                <c:pt idx="61">
                  <c:v>868</c:v>
                </c:pt>
                <c:pt idx="62">
                  <c:v>868</c:v>
                </c:pt>
                <c:pt idx="63">
                  <c:v>868</c:v>
                </c:pt>
                <c:pt idx="64">
                  <c:v>868</c:v>
                </c:pt>
                <c:pt idx="65">
                  <c:v>868</c:v>
                </c:pt>
                <c:pt idx="66">
                  <c:v>868</c:v>
                </c:pt>
                <c:pt idx="67">
                  <c:v>868</c:v>
                </c:pt>
                <c:pt idx="68">
                  <c:v>868</c:v>
                </c:pt>
                <c:pt idx="69">
                  <c:v>868</c:v>
                </c:pt>
                <c:pt idx="70">
                  <c:v>868</c:v>
                </c:pt>
                <c:pt idx="71">
                  <c:v>868</c:v>
                </c:pt>
                <c:pt idx="72">
                  <c:v>847</c:v>
                </c:pt>
                <c:pt idx="73">
                  <c:v>847</c:v>
                </c:pt>
                <c:pt idx="74">
                  <c:v>847</c:v>
                </c:pt>
                <c:pt idx="75">
                  <c:v>847</c:v>
                </c:pt>
                <c:pt idx="76">
                  <c:v>847</c:v>
                </c:pt>
                <c:pt idx="77">
                  <c:v>847</c:v>
                </c:pt>
                <c:pt idx="78">
                  <c:v>847</c:v>
                </c:pt>
                <c:pt idx="79">
                  <c:v>847</c:v>
                </c:pt>
                <c:pt idx="80">
                  <c:v>847</c:v>
                </c:pt>
                <c:pt idx="81">
                  <c:v>847</c:v>
                </c:pt>
                <c:pt idx="82">
                  <c:v>847</c:v>
                </c:pt>
                <c:pt idx="83">
                  <c:v>847</c:v>
                </c:pt>
                <c:pt idx="84">
                  <c:v>847</c:v>
                </c:pt>
                <c:pt idx="85">
                  <c:v>847</c:v>
                </c:pt>
                <c:pt idx="86">
                  <c:v>847</c:v>
                </c:pt>
                <c:pt idx="87">
                  <c:v>847</c:v>
                </c:pt>
                <c:pt idx="88">
                  <c:v>847</c:v>
                </c:pt>
                <c:pt idx="89">
                  <c:v>847</c:v>
                </c:pt>
                <c:pt idx="90">
                  <c:v>847</c:v>
                </c:pt>
                <c:pt idx="91">
                  <c:v>847</c:v>
                </c:pt>
                <c:pt idx="92">
                  <c:v>847</c:v>
                </c:pt>
                <c:pt idx="93">
                  <c:v>847</c:v>
                </c:pt>
                <c:pt idx="94">
                  <c:v>847</c:v>
                </c:pt>
                <c:pt idx="95">
                  <c:v>847</c:v>
                </c:pt>
                <c:pt idx="96">
                  <c:v>847</c:v>
                </c:pt>
                <c:pt idx="97">
                  <c:v>847</c:v>
                </c:pt>
                <c:pt idx="98">
                  <c:v>847</c:v>
                </c:pt>
                <c:pt idx="99">
                  <c:v>847</c:v>
                </c:pt>
                <c:pt idx="100">
                  <c:v>847</c:v>
                </c:pt>
                <c:pt idx="101">
                  <c:v>847</c:v>
                </c:pt>
                <c:pt idx="102">
                  <c:v>847</c:v>
                </c:pt>
                <c:pt idx="103">
                  <c:v>845</c:v>
                </c:pt>
                <c:pt idx="104">
                  <c:v>826</c:v>
                </c:pt>
                <c:pt idx="105">
                  <c:v>826</c:v>
                </c:pt>
                <c:pt idx="106">
                  <c:v>826</c:v>
                </c:pt>
                <c:pt idx="107">
                  <c:v>826</c:v>
                </c:pt>
                <c:pt idx="108">
                  <c:v>826</c:v>
                </c:pt>
                <c:pt idx="109">
                  <c:v>826</c:v>
                </c:pt>
                <c:pt idx="110">
                  <c:v>826</c:v>
                </c:pt>
                <c:pt idx="111">
                  <c:v>826</c:v>
                </c:pt>
                <c:pt idx="112">
                  <c:v>826</c:v>
                </c:pt>
                <c:pt idx="113">
                  <c:v>825</c:v>
                </c:pt>
                <c:pt idx="114">
                  <c:v>826</c:v>
                </c:pt>
                <c:pt idx="115">
                  <c:v>826</c:v>
                </c:pt>
                <c:pt idx="116">
                  <c:v>826</c:v>
                </c:pt>
                <c:pt idx="117">
                  <c:v>826</c:v>
                </c:pt>
                <c:pt idx="118">
                  <c:v>826</c:v>
                </c:pt>
                <c:pt idx="119">
                  <c:v>826</c:v>
                </c:pt>
                <c:pt idx="120">
                  <c:v>826</c:v>
                </c:pt>
                <c:pt idx="121">
                  <c:v>826</c:v>
                </c:pt>
                <c:pt idx="122">
                  <c:v>826</c:v>
                </c:pt>
                <c:pt idx="123">
                  <c:v>826</c:v>
                </c:pt>
                <c:pt idx="124">
                  <c:v>826</c:v>
                </c:pt>
                <c:pt idx="125">
                  <c:v>826</c:v>
                </c:pt>
                <c:pt idx="126">
                  <c:v>826</c:v>
                </c:pt>
                <c:pt idx="127">
                  <c:v>826</c:v>
                </c:pt>
                <c:pt idx="128">
                  <c:v>826</c:v>
                </c:pt>
                <c:pt idx="129">
                  <c:v>826</c:v>
                </c:pt>
                <c:pt idx="130">
                  <c:v>826</c:v>
                </c:pt>
                <c:pt idx="131">
                  <c:v>826</c:v>
                </c:pt>
                <c:pt idx="132">
                  <c:v>826</c:v>
                </c:pt>
                <c:pt idx="133">
                  <c:v>826</c:v>
                </c:pt>
                <c:pt idx="134">
                  <c:v>826</c:v>
                </c:pt>
                <c:pt idx="135">
                  <c:v>805</c:v>
                </c:pt>
                <c:pt idx="136">
                  <c:v>805</c:v>
                </c:pt>
                <c:pt idx="137">
                  <c:v>805</c:v>
                </c:pt>
                <c:pt idx="138">
                  <c:v>805</c:v>
                </c:pt>
                <c:pt idx="139">
                  <c:v>805</c:v>
                </c:pt>
                <c:pt idx="140">
                  <c:v>805</c:v>
                </c:pt>
                <c:pt idx="141">
                  <c:v>805</c:v>
                </c:pt>
                <c:pt idx="142">
                  <c:v>805</c:v>
                </c:pt>
                <c:pt idx="143">
                  <c:v>805</c:v>
                </c:pt>
                <c:pt idx="144">
                  <c:v>805</c:v>
                </c:pt>
                <c:pt idx="145">
                  <c:v>805</c:v>
                </c:pt>
                <c:pt idx="146">
                  <c:v>805</c:v>
                </c:pt>
                <c:pt idx="147">
                  <c:v>805</c:v>
                </c:pt>
                <c:pt idx="148">
                  <c:v>805</c:v>
                </c:pt>
                <c:pt idx="149">
                  <c:v>805</c:v>
                </c:pt>
                <c:pt idx="150">
                  <c:v>805</c:v>
                </c:pt>
                <c:pt idx="151">
                  <c:v>805</c:v>
                </c:pt>
                <c:pt idx="152">
                  <c:v>805</c:v>
                </c:pt>
                <c:pt idx="153">
                  <c:v>805</c:v>
                </c:pt>
                <c:pt idx="154">
                  <c:v>805</c:v>
                </c:pt>
                <c:pt idx="155">
                  <c:v>805</c:v>
                </c:pt>
                <c:pt idx="156">
                  <c:v>805</c:v>
                </c:pt>
                <c:pt idx="157">
                  <c:v>805</c:v>
                </c:pt>
                <c:pt idx="158">
                  <c:v>805</c:v>
                </c:pt>
                <c:pt idx="159">
                  <c:v>805</c:v>
                </c:pt>
                <c:pt idx="160">
                  <c:v>805</c:v>
                </c:pt>
                <c:pt idx="161">
                  <c:v>805</c:v>
                </c:pt>
                <c:pt idx="162">
                  <c:v>805</c:v>
                </c:pt>
                <c:pt idx="163">
                  <c:v>789</c:v>
                </c:pt>
                <c:pt idx="164">
                  <c:v>784</c:v>
                </c:pt>
                <c:pt idx="165">
                  <c:v>784</c:v>
                </c:pt>
                <c:pt idx="166">
                  <c:v>784</c:v>
                </c:pt>
                <c:pt idx="167">
                  <c:v>784</c:v>
                </c:pt>
                <c:pt idx="168">
                  <c:v>784</c:v>
                </c:pt>
                <c:pt idx="169">
                  <c:v>784</c:v>
                </c:pt>
                <c:pt idx="170">
                  <c:v>784</c:v>
                </c:pt>
                <c:pt idx="171">
                  <c:v>784</c:v>
                </c:pt>
                <c:pt idx="172">
                  <c:v>784</c:v>
                </c:pt>
                <c:pt idx="173">
                  <c:v>784</c:v>
                </c:pt>
                <c:pt idx="174">
                  <c:v>784</c:v>
                </c:pt>
                <c:pt idx="175">
                  <c:v>784</c:v>
                </c:pt>
                <c:pt idx="176">
                  <c:v>784</c:v>
                </c:pt>
                <c:pt idx="177">
                  <c:v>784</c:v>
                </c:pt>
                <c:pt idx="178">
                  <c:v>784</c:v>
                </c:pt>
                <c:pt idx="179">
                  <c:v>784</c:v>
                </c:pt>
                <c:pt idx="180">
                  <c:v>784</c:v>
                </c:pt>
                <c:pt idx="181">
                  <c:v>784</c:v>
                </c:pt>
                <c:pt idx="182">
                  <c:v>784</c:v>
                </c:pt>
                <c:pt idx="183">
                  <c:v>784</c:v>
                </c:pt>
                <c:pt idx="184">
                  <c:v>784</c:v>
                </c:pt>
                <c:pt idx="185">
                  <c:v>784</c:v>
                </c:pt>
                <c:pt idx="186">
                  <c:v>784</c:v>
                </c:pt>
                <c:pt idx="187">
                  <c:v>784</c:v>
                </c:pt>
                <c:pt idx="188">
                  <c:v>784</c:v>
                </c:pt>
                <c:pt idx="189">
                  <c:v>784</c:v>
                </c:pt>
                <c:pt idx="190">
                  <c:v>784</c:v>
                </c:pt>
                <c:pt idx="191">
                  <c:v>784</c:v>
                </c:pt>
                <c:pt idx="192">
                  <c:v>784</c:v>
                </c:pt>
                <c:pt idx="193">
                  <c:v>784</c:v>
                </c:pt>
                <c:pt idx="194">
                  <c:v>763</c:v>
                </c:pt>
                <c:pt idx="195">
                  <c:v>763</c:v>
                </c:pt>
                <c:pt idx="196">
                  <c:v>763</c:v>
                </c:pt>
                <c:pt idx="197">
                  <c:v>763</c:v>
                </c:pt>
                <c:pt idx="198">
                  <c:v>763</c:v>
                </c:pt>
                <c:pt idx="199">
                  <c:v>764</c:v>
                </c:pt>
                <c:pt idx="200">
                  <c:v>763</c:v>
                </c:pt>
                <c:pt idx="201">
                  <c:v>763</c:v>
                </c:pt>
                <c:pt idx="202">
                  <c:v>763</c:v>
                </c:pt>
                <c:pt idx="203">
                  <c:v>763</c:v>
                </c:pt>
                <c:pt idx="204">
                  <c:v>763</c:v>
                </c:pt>
                <c:pt idx="205">
                  <c:v>763</c:v>
                </c:pt>
                <c:pt idx="206">
                  <c:v>764</c:v>
                </c:pt>
                <c:pt idx="207">
                  <c:v>763</c:v>
                </c:pt>
                <c:pt idx="208">
                  <c:v>763</c:v>
                </c:pt>
                <c:pt idx="209">
                  <c:v>763</c:v>
                </c:pt>
                <c:pt idx="210">
                  <c:v>763</c:v>
                </c:pt>
                <c:pt idx="211">
                  <c:v>763</c:v>
                </c:pt>
                <c:pt idx="212">
                  <c:v>763</c:v>
                </c:pt>
                <c:pt idx="213">
                  <c:v>763</c:v>
                </c:pt>
                <c:pt idx="214">
                  <c:v>763</c:v>
                </c:pt>
                <c:pt idx="215">
                  <c:v>764</c:v>
                </c:pt>
                <c:pt idx="216">
                  <c:v>764</c:v>
                </c:pt>
                <c:pt idx="217">
                  <c:v>764</c:v>
                </c:pt>
                <c:pt idx="218">
                  <c:v>764</c:v>
                </c:pt>
                <c:pt idx="219">
                  <c:v>764</c:v>
                </c:pt>
                <c:pt idx="220">
                  <c:v>764</c:v>
                </c:pt>
                <c:pt idx="221">
                  <c:v>763</c:v>
                </c:pt>
                <c:pt idx="222">
                  <c:v>763</c:v>
                </c:pt>
                <c:pt idx="223">
                  <c:v>764</c:v>
                </c:pt>
                <c:pt idx="224">
                  <c:v>764</c:v>
                </c:pt>
                <c:pt idx="225">
                  <c:v>763</c:v>
                </c:pt>
                <c:pt idx="226">
                  <c:v>743</c:v>
                </c:pt>
                <c:pt idx="227">
                  <c:v>743</c:v>
                </c:pt>
                <c:pt idx="228">
                  <c:v>743</c:v>
                </c:pt>
                <c:pt idx="229">
                  <c:v>742</c:v>
                </c:pt>
                <c:pt idx="230">
                  <c:v>743</c:v>
                </c:pt>
                <c:pt idx="231">
                  <c:v>743</c:v>
                </c:pt>
                <c:pt idx="232">
                  <c:v>743</c:v>
                </c:pt>
                <c:pt idx="233">
                  <c:v>743</c:v>
                </c:pt>
                <c:pt idx="234">
                  <c:v>743</c:v>
                </c:pt>
                <c:pt idx="235">
                  <c:v>742</c:v>
                </c:pt>
                <c:pt idx="236">
                  <c:v>743</c:v>
                </c:pt>
                <c:pt idx="237">
                  <c:v>744</c:v>
                </c:pt>
                <c:pt idx="238">
                  <c:v>745</c:v>
                </c:pt>
                <c:pt idx="239">
                  <c:v>745</c:v>
                </c:pt>
                <c:pt idx="240">
                  <c:v>745</c:v>
                </c:pt>
                <c:pt idx="241">
                  <c:v>745</c:v>
                </c:pt>
                <c:pt idx="242">
                  <c:v>745</c:v>
                </c:pt>
                <c:pt idx="243">
                  <c:v>743</c:v>
                </c:pt>
                <c:pt idx="244">
                  <c:v>744</c:v>
                </c:pt>
                <c:pt idx="245">
                  <c:v>744</c:v>
                </c:pt>
                <c:pt idx="246">
                  <c:v>745</c:v>
                </c:pt>
                <c:pt idx="247">
                  <c:v>745</c:v>
                </c:pt>
                <c:pt idx="248">
                  <c:v>744</c:v>
                </c:pt>
                <c:pt idx="249">
                  <c:v>745</c:v>
                </c:pt>
                <c:pt idx="250">
                  <c:v>745</c:v>
                </c:pt>
                <c:pt idx="251">
                  <c:v>745</c:v>
                </c:pt>
                <c:pt idx="252">
                  <c:v>745</c:v>
                </c:pt>
                <c:pt idx="253">
                  <c:v>743</c:v>
                </c:pt>
                <c:pt idx="254">
                  <c:v>745</c:v>
                </c:pt>
                <c:pt idx="255">
                  <c:v>744</c:v>
                </c:pt>
                <c:pt idx="256">
                  <c:v>724</c:v>
                </c:pt>
                <c:pt idx="257">
                  <c:v>724</c:v>
                </c:pt>
                <c:pt idx="258">
                  <c:v>724</c:v>
                </c:pt>
                <c:pt idx="259">
                  <c:v>724</c:v>
                </c:pt>
                <c:pt idx="260">
                  <c:v>724</c:v>
                </c:pt>
                <c:pt idx="261">
                  <c:v>724</c:v>
                </c:pt>
                <c:pt idx="262">
                  <c:v>724</c:v>
                </c:pt>
                <c:pt idx="263">
                  <c:v>724</c:v>
                </c:pt>
                <c:pt idx="264">
                  <c:v>724</c:v>
                </c:pt>
                <c:pt idx="265">
                  <c:v>724</c:v>
                </c:pt>
                <c:pt idx="266">
                  <c:v>724</c:v>
                </c:pt>
                <c:pt idx="267">
                  <c:v>724</c:v>
                </c:pt>
                <c:pt idx="268">
                  <c:v>724</c:v>
                </c:pt>
                <c:pt idx="269">
                  <c:v>724</c:v>
                </c:pt>
                <c:pt idx="270">
                  <c:v>724</c:v>
                </c:pt>
                <c:pt idx="271">
                  <c:v>725</c:v>
                </c:pt>
                <c:pt idx="272">
                  <c:v>724</c:v>
                </c:pt>
                <c:pt idx="273">
                  <c:v>724</c:v>
                </c:pt>
                <c:pt idx="274">
                  <c:v>724</c:v>
                </c:pt>
                <c:pt idx="275">
                  <c:v>724</c:v>
                </c:pt>
                <c:pt idx="276">
                  <c:v>724</c:v>
                </c:pt>
                <c:pt idx="277">
                  <c:v>724</c:v>
                </c:pt>
                <c:pt idx="278">
                  <c:v>724</c:v>
                </c:pt>
                <c:pt idx="279">
                  <c:v>724</c:v>
                </c:pt>
                <c:pt idx="280">
                  <c:v>724</c:v>
                </c:pt>
                <c:pt idx="281">
                  <c:v>724</c:v>
                </c:pt>
                <c:pt idx="282">
                  <c:v>724</c:v>
                </c:pt>
                <c:pt idx="283">
                  <c:v>724</c:v>
                </c:pt>
                <c:pt idx="284">
                  <c:v>725</c:v>
                </c:pt>
                <c:pt idx="285">
                  <c:v>724</c:v>
                </c:pt>
                <c:pt idx="286">
                  <c:v>718</c:v>
                </c:pt>
                <c:pt idx="287">
                  <c:v>704</c:v>
                </c:pt>
                <c:pt idx="288">
                  <c:v>704</c:v>
                </c:pt>
                <c:pt idx="289">
                  <c:v>704</c:v>
                </c:pt>
                <c:pt idx="290">
                  <c:v>706</c:v>
                </c:pt>
                <c:pt idx="291">
                  <c:v>706</c:v>
                </c:pt>
                <c:pt idx="292">
                  <c:v>706</c:v>
                </c:pt>
                <c:pt idx="293">
                  <c:v>706</c:v>
                </c:pt>
                <c:pt idx="294">
                  <c:v>706</c:v>
                </c:pt>
                <c:pt idx="295">
                  <c:v>706</c:v>
                </c:pt>
                <c:pt idx="296">
                  <c:v>706</c:v>
                </c:pt>
                <c:pt idx="297">
                  <c:v>706</c:v>
                </c:pt>
                <c:pt idx="298">
                  <c:v>705</c:v>
                </c:pt>
                <c:pt idx="299">
                  <c:v>706</c:v>
                </c:pt>
                <c:pt idx="300">
                  <c:v>706</c:v>
                </c:pt>
                <c:pt idx="301">
                  <c:v>706</c:v>
                </c:pt>
                <c:pt idx="302">
                  <c:v>706</c:v>
                </c:pt>
                <c:pt idx="303">
                  <c:v>706</c:v>
                </c:pt>
                <c:pt idx="304">
                  <c:v>706</c:v>
                </c:pt>
                <c:pt idx="305">
                  <c:v>706</c:v>
                </c:pt>
                <c:pt idx="306">
                  <c:v>706</c:v>
                </c:pt>
                <c:pt idx="307">
                  <c:v>706</c:v>
                </c:pt>
                <c:pt idx="308">
                  <c:v>706</c:v>
                </c:pt>
                <c:pt idx="309">
                  <c:v>706</c:v>
                </c:pt>
                <c:pt idx="310">
                  <c:v>706</c:v>
                </c:pt>
                <c:pt idx="311">
                  <c:v>706</c:v>
                </c:pt>
                <c:pt idx="312">
                  <c:v>706</c:v>
                </c:pt>
                <c:pt idx="313">
                  <c:v>706</c:v>
                </c:pt>
                <c:pt idx="314">
                  <c:v>706</c:v>
                </c:pt>
                <c:pt idx="315">
                  <c:v>706</c:v>
                </c:pt>
                <c:pt idx="316">
                  <c:v>704</c:v>
                </c:pt>
                <c:pt idx="317">
                  <c:v>685</c:v>
                </c:pt>
                <c:pt idx="318">
                  <c:v>685</c:v>
                </c:pt>
                <c:pt idx="319">
                  <c:v>685</c:v>
                </c:pt>
                <c:pt idx="320">
                  <c:v>685</c:v>
                </c:pt>
                <c:pt idx="321">
                  <c:v>685</c:v>
                </c:pt>
                <c:pt idx="322">
                  <c:v>685</c:v>
                </c:pt>
                <c:pt idx="323">
                  <c:v>685</c:v>
                </c:pt>
                <c:pt idx="324">
                  <c:v>685</c:v>
                </c:pt>
                <c:pt idx="325">
                  <c:v>685</c:v>
                </c:pt>
                <c:pt idx="326">
                  <c:v>685</c:v>
                </c:pt>
                <c:pt idx="327">
                  <c:v>685</c:v>
                </c:pt>
                <c:pt idx="328">
                  <c:v>685</c:v>
                </c:pt>
                <c:pt idx="329">
                  <c:v>685</c:v>
                </c:pt>
                <c:pt idx="330">
                  <c:v>685</c:v>
                </c:pt>
                <c:pt idx="331">
                  <c:v>685</c:v>
                </c:pt>
                <c:pt idx="332">
                  <c:v>686</c:v>
                </c:pt>
                <c:pt idx="333">
                  <c:v>685</c:v>
                </c:pt>
                <c:pt idx="334">
                  <c:v>685</c:v>
                </c:pt>
                <c:pt idx="335">
                  <c:v>685</c:v>
                </c:pt>
                <c:pt idx="336">
                  <c:v>685</c:v>
                </c:pt>
                <c:pt idx="337">
                  <c:v>685</c:v>
                </c:pt>
                <c:pt idx="338">
                  <c:v>685</c:v>
                </c:pt>
                <c:pt idx="339">
                  <c:v>685</c:v>
                </c:pt>
                <c:pt idx="340">
                  <c:v>685</c:v>
                </c:pt>
                <c:pt idx="341">
                  <c:v>685</c:v>
                </c:pt>
                <c:pt idx="342">
                  <c:v>685</c:v>
                </c:pt>
                <c:pt idx="343">
                  <c:v>685</c:v>
                </c:pt>
                <c:pt idx="344">
                  <c:v>685</c:v>
                </c:pt>
                <c:pt idx="345">
                  <c:v>685</c:v>
                </c:pt>
                <c:pt idx="346">
                  <c:v>685</c:v>
                </c:pt>
                <c:pt idx="347">
                  <c:v>685</c:v>
                </c:pt>
                <c:pt idx="348">
                  <c:v>664</c:v>
                </c:pt>
                <c:pt idx="349">
                  <c:v>664</c:v>
                </c:pt>
                <c:pt idx="350">
                  <c:v>665</c:v>
                </c:pt>
                <c:pt idx="351">
                  <c:v>664</c:v>
                </c:pt>
                <c:pt idx="352">
                  <c:v>665</c:v>
                </c:pt>
                <c:pt idx="353">
                  <c:v>664</c:v>
                </c:pt>
                <c:pt idx="354">
                  <c:v>665</c:v>
                </c:pt>
                <c:pt idx="355">
                  <c:v>666</c:v>
                </c:pt>
                <c:pt idx="356">
                  <c:v>666</c:v>
                </c:pt>
                <c:pt idx="357">
                  <c:v>666</c:v>
                </c:pt>
                <c:pt idx="358">
                  <c:v>664</c:v>
                </c:pt>
                <c:pt idx="359">
                  <c:v>665</c:v>
                </c:pt>
                <c:pt idx="360">
                  <c:v>664</c:v>
                </c:pt>
                <c:pt idx="361">
                  <c:v>665</c:v>
                </c:pt>
                <c:pt idx="362">
                  <c:v>665</c:v>
                </c:pt>
                <c:pt idx="363">
                  <c:v>665</c:v>
                </c:pt>
                <c:pt idx="364">
                  <c:v>666</c:v>
                </c:pt>
                <c:pt idx="365">
                  <c:v>667</c:v>
                </c:pt>
                <c:pt idx="366">
                  <c:v>666</c:v>
                </c:pt>
                <c:pt idx="367">
                  <c:v>667</c:v>
                </c:pt>
                <c:pt idx="368">
                  <c:v>666</c:v>
                </c:pt>
                <c:pt idx="369">
                  <c:v>665</c:v>
                </c:pt>
                <c:pt idx="370">
                  <c:v>664</c:v>
                </c:pt>
                <c:pt idx="371">
                  <c:v>664</c:v>
                </c:pt>
                <c:pt idx="372">
                  <c:v>664</c:v>
                </c:pt>
                <c:pt idx="373">
                  <c:v>664</c:v>
                </c:pt>
                <c:pt idx="374">
                  <c:v>664</c:v>
                </c:pt>
                <c:pt idx="375">
                  <c:v>664</c:v>
                </c:pt>
                <c:pt idx="376">
                  <c:v>662</c:v>
                </c:pt>
                <c:pt idx="377">
                  <c:v>643</c:v>
                </c:pt>
                <c:pt idx="378">
                  <c:v>644</c:v>
                </c:pt>
                <c:pt idx="379">
                  <c:v>644</c:v>
                </c:pt>
                <c:pt idx="380">
                  <c:v>644</c:v>
                </c:pt>
                <c:pt idx="381">
                  <c:v>645</c:v>
                </c:pt>
                <c:pt idx="382">
                  <c:v>645</c:v>
                </c:pt>
                <c:pt idx="383">
                  <c:v>646</c:v>
                </c:pt>
                <c:pt idx="384">
                  <c:v>646</c:v>
                </c:pt>
                <c:pt idx="385">
                  <c:v>646</c:v>
                </c:pt>
                <c:pt idx="386">
                  <c:v>646</c:v>
                </c:pt>
                <c:pt idx="387">
                  <c:v>646</c:v>
                </c:pt>
                <c:pt idx="388">
                  <c:v>646</c:v>
                </c:pt>
                <c:pt idx="389">
                  <c:v>646</c:v>
                </c:pt>
                <c:pt idx="390">
                  <c:v>646</c:v>
                </c:pt>
                <c:pt idx="391">
                  <c:v>645</c:v>
                </c:pt>
                <c:pt idx="392">
                  <c:v>644</c:v>
                </c:pt>
                <c:pt idx="393">
                  <c:v>644</c:v>
                </c:pt>
                <c:pt idx="394">
                  <c:v>643</c:v>
                </c:pt>
                <c:pt idx="395">
                  <c:v>643</c:v>
                </c:pt>
                <c:pt idx="396">
                  <c:v>643</c:v>
                </c:pt>
                <c:pt idx="397">
                  <c:v>644</c:v>
                </c:pt>
                <c:pt idx="398">
                  <c:v>644</c:v>
                </c:pt>
                <c:pt idx="399">
                  <c:v>643</c:v>
                </c:pt>
                <c:pt idx="400">
                  <c:v>643</c:v>
                </c:pt>
                <c:pt idx="401">
                  <c:v>643</c:v>
                </c:pt>
                <c:pt idx="402">
                  <c:v>643</c:v>
                </c:pt>
                <c:pt idx="403">
                  <c:v>643</c:v>
                </c:pt>
                <c:pt idx="404">
                  <c:v>644</c:v>
                </c:pt>
                <c:pt idx="405">
                  <c:v>643</c:v>
                </c:pt>
                <c:pt idx="406">
                  <c:v>645</c:v>
                </c:pt>
                <c:pt idx="407">
                  <c:v>643</c:v>
                </c:pt>
                <c:pt idx="408">
                  <c:v>622</c:v>
                </c:pt>
                <c:pt idx="409">
                  <c:v>622</c:v>
                </c:pt>
                <c:pt idx="410">
                  <c:v>622</c:v>
                </c:pt>
                <c:pt idx="411">
                  <c:v>622</c:v>
                </c:pt>
                <c:pt idx="412">
                  <c:v>622</c:v>
                </c:pt>
                <c:pt idx="413">
                  <c:v>622</c:v>
                </c:pt>
                <c:pt idx="414">
                  <c:v>622</c:v>
                </c:pt>
                <c:pt idx="415">
                  <c:v>624</c:v>
                </c:pt>
                <c:pt idx="416">
                  <c:v>623</c:v>
                </c:pt>
                <c:pt idx="417">
                  <c:v>622</c:v>
                </c:pt>
                <c:pt idx="418">
                  <c:v>622</c:v>
                </c:pt>
                <c:pt idx="419">
                  <c:v>622</c:v>
                </c:pt>
                <c:pt idx="420">
                  <c:v>622</c:v>
                </c:pt>
                <c:pt idx="421">
                  <c:v>623</c:v>
                </c:pt>
                <c:pt idx="422">
                  <c:v>622</c:v>
                </c:pt>
                <c:pt idx="423">
                  <c:v>622</c:v>
                </c:pt>
                <c:pt idx="424">
                  <c:v>622</c:v>
                </c:pt>
                <c:pt idx="425">
                  <c:v>622</c:v>
                </c:pt>
                <c:pt idx="426">
                  <c:v>622</c:v>
                </c:pt>
                <c:pt idx="427">
                  <c:v>622</c:v>
                </c:pt>
                <c:pt idx="428">
                  <c:v>622</c:v>
                </c:pt>
                <c:pt idx="429">
                  <c:v>622</c:v>
                </c:pt>
                <c:pt idx="430">
                  <c:v>622</c:v>
                </c:pt>
                <c:pt idx="431">
                  <c:v>622</c:v>
                </c:pt>
                <c:pt idx="432">
                  <c:v>622</c:v>
                </c:pt>
                <c:pt idx="433">
                  <c:v>620</c:v>
                </c:pt>
                <c:pt idx="434">
                  <c:v>621</c:v>
                </c:pt>
                <c:pt idx="435">
                  <c:v>622</c:v>
                </c:pt>
                <c:pt idx="436">
                  <c:v>622</c:v>
                </c:pt>
                <c:pt idx="437">
                  <c:v>624</c:v>
                </c:pt>
                <c:pt idx="438">
                  <c:v>625</c:v>
                </c:pt>
                <c:pt idx="439">
                  <c:v>625</c:v>
                </c:pt>
                <c:pt idx="440">
                  <c:v>604</c:v>
                </c:pt>
                <c:pt idx="441">
                  <c:v>604</c:v>
                </c:pt>
                <c:pt idx="442">
                  <c:v>604</c:v>
                </c:pt>
                <c:pt idx="443">
                  <c:v>604</c:v>
                </c:pt>
                <c:pt idx="444">
                  <c:v>604</c:v>
                </c:pt>
                <c:pt idx="445">
                  <c:v>603</c:v>
                </c:pt>
                <c:pt idx="446">
                  <c:v>604</c:v>
                </c:pt>
                <c:pt idx="447">
                  <c:v>604</c:v>
                </c:pt>
                <c:pt idx="448">
                  <c:v>604</c:v>
                </c:pt>
                <c:pt idx="449">
                  <c:v>603</c:v>
                </c:pt>
                <c:pt idx="450">
                  <c:v>604</c:v>
                </c:pt>
                <c:pt idx="451">
                  <c:v>603</c:v>
                </c:pt>
                <c:pt idx="452">
                  <c:v>602</c:v>
                </c:pt>
                <c:pt idx="453">
                  <c:v>603</c:v>
                </c:pt>
                <c:pt idx="454">
                  <c:v>602</c:v>
                </c:pt>
                <c:pt idx="455">
                  <c:v>603</c:v>
                </c:pt>
                <c:pt idx="456">
                  <c:v>601</c:v>
                </c:pt>
                <c:pt idx="457">
                  <c:v>601</c:v>
                </c:pt>
                <c:pt idx="458">
                  <c:v>601</c:v>
                </c:pt>
                <c:pt idx="459">
                  <c:v>601</c:v>
                </c:pt>
                <c:pt idx="460">
                  <c:v>601</c:v>
                </c:pt>
                <c:pt idx="461">
                  <c:v>601</c:v>
                </c:pt>
                <c:pt idx="462">
                  <c:v>600</c:v>
                </c:pt>
                <c:pt idx="463">
                  <c:v>601</c:v>
                </c:pt>
                <c:pt idx="464">
                  <c:v>599</c:v>
                </c:pt>
                <c:pt idx="465">
                  <c:v>600</c:v>
                </c:pt>
                <c:pt idx="466">
                  <c:v>600</c:v>
                </c:pt>
                <c:pt idx="467">
                  <c:v>601</c:v>
                </c:pt>
                <c:pt idx="468">
                  <c:v>580</c:v>
                </c:pt>
                <c:pt idx="469">
                  <c:v>580</c:v>
                </c:pt>
                <c:pt idx="470">
                  <c:v>580</c:v>
                </c:pt>
                <c:pt idx="471">
                  <c:v>580</c:v>
                </c:pt>
                <c:pt idx="472">
                  <c:v>580</c:v>
                </c:pt>
                <c:pt idx="473">
                  <c:v>580</c:v>
                </c:pt>
                <c:pt idx="474">
                  <c:v>578</c:v>
                </c:pt>
                <c:pt idx="475">
                  <c:v>580</c:v>
                </c:pt>
                <c:pt idx="476">
                  <c:v>580</c:v>
                </c:pt>
                <c:pt idx="477">
                  <c:v>580</c:v>
                </c:pt>
                <c:pt idx="478">
                  <c:v>580</c:v>
                </c:pt>
                <c:pt idx="479">
                  <c:v>580</c:v>
                </c:pt>
                <c:pt idx="480">
                  <c:v>580</c:v>
                </c:pt>
                <c:pt idx="481">
                  <c:v>580</c:v>
                </c:pt>
                <c:pt idx="482">
                  <c:v>578</c:v>
                </c:pt>
                <c:pt idx="483">
                  <c:v>578</c:v>
                </c:pt>
                <c:pt idx="484">
                  <c:v>579</c:v>
                </c:pt>
                <c:pt idx="485">
                  <c:v>579</c:v>
                </c:pt>
                <c:pt idx="486">
                  <c:v>577</c:v>
                </c:pt>
                <c:pt idx="487">
                  <c:v>577</c:v>
                </c:pt>
                <c:pt idx="488">
                  <c:v>578</c:v>
                </c:pt>
                <c:pt idx="489">
                  <c:v>580</c:v>
                </c:pt>
                <c:pt idx="490">
                  <c:v>580</c:v>
                </c:pt>
                <c:pt idx="491">
                  <c:v>578</c:v>
                </c:pt>
                <c:pt idx="492">
                  <c:v>577</c:v>
                </c:pt>
                <c:pt idx="493">
                  <c:v>578</c:v>
                </c:pt>
                <c:pt idx="494">
                  <c:v>577</c:v>
                </c:pt>
                <c:pt idx="495">
                  <c:v>577</c:v>
                </c:pt>
                <c:pt idx="496">
                  <c:v>577</c:v>
                </c:pt>
                <c:pt idx="497">
                  <c:v>577</c:v>
                </c:pt>
                <c:pt idx="498">
                  <c:v>580</c:v>
                </c:pt>
                <c:pt idx="499">
                  <c:v>559</c:v>
                </c:pt>
                <c:pt idx="500">
                  <c:v>558</c:v>
                </c:pt>
                <c:pt idx="501">
                  <c:v>559</c:v>
                </c:pt>
                <c:pt idx="502">
                  <c:v>560</c:v>
                </c:pt>
                <c:pt idx="503">
                  <c:v>559</c:v>
                </c:pt>
                <c:pt idx="504">
                  <c:v>559</c:v>
                </c:pt>
                <c:pt idx="505">
                  <c:v>559</c:v>
                </c:pt>
                <c:pt idx="506">
                  <c:v>559</c:v>
                </c:pt>
                <c:pt idx="507">
                  <c:v>560</c:v>
                </c:pt>
                <c:pt idx="508">
                  <c:v>560</c:v>
                </c:pt>
                <c:pt idx="509">
                  <c:v>560</c:v>
                </c:pt>
                <c:pt idx="510">
                  <c:v>559</c:v>
                </c:pt>
                <c:pt idx="511">
                  <c:v>560</c:v>
                </c:pt>
                <c:pt idx="512">
                  <c:v>559</c:v>
                </c:pt>
                <c:pt idx="513">
                  <c:v>562</c:v>
                </c:pt>
                <c:pt idx="514">
                  <c:v>561</c:v>
                </c:pt>
                <c:pt idx="515">
                  <c:v>560</c:v>
                </c:pt>
                <c:pt idx="516">
                  <c:v>562</c:v>
                </c:pt>
                <c:pt idx="517">
                  <c:v>561</c:v>
                </c:pt>
                <c:pt idx="518">
                  <c:v>562</c:v>
                </c:pt>
                <c:pt idx="519">
                  <c:v>562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06E-48A9-BD24-8F2C837CF42F}"/>
            </c:ext>
          </c:extLst>
        </c:ser>
        <c:ser>
          <c:idx val="3"/>
          <c:order val="3"/>
          <c:tx>
            <c:strRef>
              <c:f>Sheet1!$P$1</c:f>
              <c:strCache>
                <c:ptCount val="1"/>
                <c:pt idx="0">
                  <c:v>cell4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Sheet1!$P$2:$P$521</c:f>
              <c:numCache>
                <c:formatCode>General</c:formatCode>
                <c:ptCount val="520"/>
                <c:pt idx="0">
                  <c:v>955</c:v>
                </c:pt>
                <c:pt idx="1">
                  <c:v>955</c:v>
                </c:pt>
                <c:pt idx="2">
                  <c:v>955</c:v>
                </c:pt>
                <c:pt idx="3">
                  <c:v>955</c:v>
                </c:pt>
                <c:pt idx="4">
                  <c:v>955</c:v>
                </c:pt>
                <c:pt idx="5">
                  <c:v>954</c:v>
                </c:pt>
                <c:pt idx="6">
                  <c:v>952</c:v>
                </c:pt>
                <c:pt idx="7">
                  <c:v>952</c:v>
                </c:pt>
                <c:pt idx="8">
                  <c:v>952</c:v>
                </c:pt>
                <c:pt idx="9">
                  <c:v>952</c:v>
                </c:pt>
                <c:pt idx="10">
                  <c:v>886</c:v>
                </c:pt>
                <c:pt idx="11">
                  <c:v>886</c:v>
                </c:pt>
                <c:pt idx="12">
                  <c:v>886</c:v>
                </c:pt>
                <c:pt idx="13">
                  <c:v>886</c:v>
                </c:pt>
                <c:pt idx="14">
                  <c:v>886</c:v>
                </c:pt>
                <c:pt idx="15">
                  <c:v>886</c:v>
                </c:pt>
                <c:pt idx="16">
                  <c:v>886</c:v>
                </c:pt>
                <c:pt idx="17">
                  <c:v>886</c:v>
                </c:pt>
                <c:pt idx="18">
                  <c:v>886</c:v>
                </c:pt>
                <c:pt idx="19">
                  <c:v>886</c:v>
                </c:pt>
                <c:pt idx="20">
                  <c:v>886</c:v>
                </c:pt>
                <c:pt idx="21">
                  <c:v>886</c:v>
                </c:pt>
                <c:pt idx="22">
                  <c:v>886</c:v>
                </c:pt>
                <c:pt idx="23">
                  <c:v>886</c:v>
                </c:pt>
                <c:pt idx="24">
                  <c:v>886</c:v>
                </c:pt>
                <c:pt idx="25">
                  <c:v>886</c:v>
                </c:pt>
                <c:pt idx="26">
                  <c:v>886</c:v>
                </c:pt>
                <c:pt idx="27">
                  <c:v>886</c:v>
                </c:pt>
                <c:pt idx="28">
                  <c:v>886</c:v>
                </c:pt>
                <c:pt idx="29">
                  <c:v>886</c:v>
                </c:pt>
                <c:pt idx="30">
                  <c:v>886</c:v>
                </c:pt>
                <c:pt idx="31">
                  <c:v>886</c:v>
                </c:pt>
                <c:pt idx="32">
                  <c:v>886</c:v>
                </c:pt>
                <c:pt idx="33">
                  <c:v>886</c:v>
                </c:pt>
                <c:pt idx="34">
                  <c:v>886</c:v>
                </c:pt>
                <c:pt idx="35">
                  <c:v>886</c:v>
                </c:pt>
                <c:pt idx="36">
                  <c:v>886</c:v>
                </c:pt>
                <c:pt idx="37">
                  <c:v>886</c:v>
                </c:pt>
                <c:pt idx="38">
                  <c:v>886</c:v>
                </c:pt>
                <c:pt idx="39">
                  <c:v>886</c:v>
                </c:pt>
                <c:pt idx="40">
                  <c:v>886</c:v>
                </c:pt>
                <c:pt idx="41">
                  <c:v>863</c:v>
                </c:pt>
                <c:pt idx="42">
                  <c:v>864</c:v>
                </c:pt>
                <c:pt idx="43">
                  <c:v>864</c:v>
                </c:pt>
                <c:pt idx="44">
                  <c:v>863</c:v>
                </c:pt>
                <c:pt idx="45">
                  <c:v>864</c:v>
                </c:pt>
                <c:pt idx="46">
                  <c:v>865</c:v>
                </c:pt>
                <c:pt idx="47">
                  <c:v>863</c:v>
                </c:pt>
                <c:pt idx="48">
                  <c:v>865</c:v>
                </c:pt>
                <c:pt idx="49">
                  <c:v>863</c:v>
                </c:pt>
                <c:pt idx="50">
                  <c:v>865</c:v>
                </c:pt>
                <c:pt idx="51">
                  <c:v>863</c:v>
                </c:pt>
                <c:pt idx="52">
                  <c:v>864</c:v>
                </c:pt>
                <c:pt idx="53">
                  <c:v>864</c:v>
                </c:pt>
                <c:pt idx="54">
                  <c:v>863</c:v>
                </c:pt>
                <c:pt idx="55">
                  <c:v>864</c:v>
                </c:pt>
                <c:pt idx="56">
                  <c:v>864</c:v>
                </c:pt>
                <c:pt idx="57">
                  <c:v>864</c:v>
                </c:pt>
                <c:pt idx="58">
                  <c:v>863</c:v>
                </c:pt>
                <c:pt idx="59">
                  <c:v>863</c:v>
                </c:pt>
                <c:pt idx="60">
                  <c:v>863</c:v>
                </c:pt>
                <c:pt idx="61">
                  <c:v>864</c:v>
                </c:pt>
                <c:pt idx="62">
                  <c:v>864</c:v>
                </c:pt>
                <c:pt idx="63">
                  <c:v>864</c:v>
                </c:pt>
                <c:pt idx="64">
                  <c:v>863</c:v>
                </c:pt>
                <c:pt idx="65">
                  <c:v>864</c:v>
                </c:pt>
                <c:pt idx="66">
                  <c:v>864</c:v>
                </c:pt>
                <c:pt idx="67">
                  <c:v>864</c:v>
                </c:pt>
                <c:pt idx="68">
                  <c:v>863</c:v>
                </c:pt>
                <c:pt idx="69">
                  <c:v>862</c:v>
                </c:pt>
                <c:pt idx="70">
                  <c:v>863</c:v>
                </c:pt>
                <c:pt idx="71">
                  <c:v>864</c:v>
                </c:pt>
                <c:pt idx="72">
                  <c:v>842</c:v>
                </c:pt>
                <c:pt idx="73">
                  <c:v>841</c:v>
                </c:pt>
                <c:pt idx="74">
                  <c:v>841</c:v>
                </c:pt>
                <c:pt idx="75">
                  <c:v>842</c:v>
                </c:pt>
                <c:pt idx="76">
                  <c:v>841</c:v>
                </c:pt>
                <c:pt idx="77">
                  <c:v>842</c:v>
                </c:pt>
                <c:pt idx="78">
                  <c:v>841</c:v>
                </c:pt>
                <c:pt idx="79">
                  <c:v>841</c:v>
                </c:pt>
                <c:pt idx="80">
                  <c:v>842</c:v>
                </c:pt>
                <c:pt idx="81">
                  <c:v>842</c:v>
                </c:pt>
                <c:pt idx="82">
                  <c:v>842</c:v>
                </c:pt>
                <c:pt idx="83">
                  <c:v>842</c:v>
                </c:pt>
                <c:pt idx="84">
                  <c:v>842</c:v>
                </c:pt>
                <c:pt idx="85">
                  <c:v>841</c:v>
                </c:pt>
                <c:pt idx="86">
                  <c:v>842</c:v>
                </c:pt>
                <c:pt idx="87">
                  <c:v>842</c:v>
                </c:pt>
                <c:pt idx="88">
                  <c:v>842</c:v>
                </c:pt>
                <c:pt idx="89">
                  <c:v>841</c:v>
                </c:pt>
                <c:pt idx="90">
                  <c:v>842</c:v>
                </c:pt>
                <c:pt idx="91">
                  <c:v>841</c:v>
                </c:pt>
                <c:pt idx="92">
                  <c:v>842</c:v>
                </c:pt>
                <c:pt idx="93">
                  <c:v>841</c:v>
                </c:pt>
                <c:pt idx="94">
                  <c:v>841</c:v>
                </c:pt>
                <c:pt idx="95">
                  <c:v>842</c:v>
                </c:pt>
                <c:pt idx="96">
                  <c:v>842</c:v>
                </c:pt>
                <c:pt idx="97">
                  <c:v>841</c:v>
                </c:pt>
                <c:pt idx="98">
                  <c:v>842</c:v>
                </c:pt>
                <c:pt idx="99">
                  <c:v>841</c:v>
                </c:pt>
                <c:pt idx="100">
                  <c:v>842</c:v>
                </c:pt>
                <c:pt idx="101">
                  <c:v>842</c:v>
                </c:pt>
                <c:pt idx="102">
                  <c:v>841</c:v>
                </c:pt>
                <c:pt idx="103">
                  <c:v>840</c:v>
                </c:pt>
                <c:pt idx="104">
                  <c:v>820</c:v>
                </c:pt>
                <c:pt idx="105">
                  <c:v>820</c:v>
                </c:pt>
                <c:pt idx="106">
                  <c:v>820</c:v>
                </c:pt>
                <c:pt idx="107">
                  <c:v>820</c:v>
                </c:pt>
                <c:pt idx="108">
                  <c:v>820</c:v>
                </c:pt>
                <c:pt idx="109">
                  <c:v>820</c:v>
                </c:pt>
                <c:pt idx="110">
                  <c:v>820</c:v>
                </c:pt>
                <c:pt idx="111">
                  <c:v>820</c:v>
                </c:pt>
                <c:pt idx="112">
                  <c:v>820</c:v>
                </c:pt>
                <c:pt idx="113">
                  <c:v>820</c:v>
                </c:pt>
                <c:pt idx="114">
                  <c:v>820</c:v>
                </c:pt>
                <c:pt idx="115">
                  <c:v>820</c:v>
                </c:pt>
                <c:pt idx="116">
                  <c:v>820</c:v>
                </c:pt>
                <c:pt idx="117">
                  <c:v>820</c:v>
                </c:pt>
                <c:pt idx="118">
                  <c:v>820</c:v>
                </c:pt>
                <c:pt idx="119">
                  <c:v>820</c:v>
                </c:pt>
                <c:pt idx="120">
                  <c:v>820</c:v>
                </c:pt>
                <c:pt idx="121">
                  <c:v>820</c:v>
                </c:pt>
                <c:pt idx="122">
                  <c:v>820</c:v>
                </c:pt>
                <c:pt idx="123">
                  <c:v>821</c:v>
                </c:pt>
                <c:pt idx="124">
                  <c:v>820</c:v>
                </c:pt>
                <c:pt idx="125">
                  <c:v>820</c:v>
                </c:pt>
                <c:pt idx="126">
                  <c:v>820</c:v>
                </c:pt>
                <c:pt idx="127">
                  <c:v>820</c:v>
                </c:pt>
                <c:pt idx="128">
                  <c:v>820</c:v>
                </c:pt>
                <c:pt idx="129">
                  <c:v>820</c:v>
                </c:pt>
                <c:pt idx="130">
                  <c:v>820</c:v>
                </c:pt>
                <c:pt idx="131">
                  <c:v>820</c:v>
                </c:pt>
                <c:pt idx="132">
                  <c:v>820</c:v>
                </c:pt>
                <c:pt idx="133">
                  <c:v>820</c:v>
                </c:pt>
                <c:pt idx="134">
                  <c:v>820</c:v>
                </c:pt>
                <c:pt idx="135">
                  <c:v>799</c:v>
                </c:pt>
                <c:pt idx="136">
                  <c:v>799</c:v>
                </c:pt>
                <c:pt idx="137">
                  <c:v>799</c:v>
                </c:pt>
                <c:pt idx="138">
                  <c:v>799</c:v>
                </c:pt>
                <c:pt idx="139">
                  <c:v>799</c:v>
                </c:pt>
                <c:pt idx="140">
                  <c:v>799</c:v>
                </c:pt>
                <c:pt idx="141">
                  <c:v>799</c:v>
                </c:pt>
                <c:pt idx="142">
                  <c:v>799</c:v>
                </c:pt>
                <c:pt idx="143">
                  <c:v>799</c:v>
                </c:pt>
                <c:pt idx="144">
                  <c:v>799</c:v>
                </c:pt>
                <c:pt idx="145">
                  <c:v>799</c:v>
                </c:pt>
                <c:pt idx="146">
                  <c:v>799</c:v>
                </c:pt>
                <c:pt idx="147">
                  <c:v>799</c:v>
                </c:pt>
                <c:pt idx="148">
                  <c:v>799</c:v>
                </c:pt>
                <c:pt idx="149">
                  <c:v>799</c:v>
                </c:pt>
                <c:pt idx="150">
                  <c:v>799</c:v>
                </c:pt>
                <c:pt idx="151">
                  <c:v>799</c:v>
                </c:pt>
                <c:pt idx="152">
                  <c:v>800</c:v>
                </c:pt>
                <c:pt idx="153">
                  <c:v>800</c:v>
                </c:pt>
                <c:pt idx="154">
                  <c:v>799</c:v>
                </c:pt>
                <c:pt idx="155">
                  <c:v>799</c:v>
                </c:pt>
                <c:pt idx="156">
                  <c:v>799</c:v>
                </c:pt>
                <c:pt idx="157">
                  <c:v>799</c:v>
                </c:pt>
                <c:pt idx="158">
                  <c:v>799</c:v>
                </c:pt>
                <c:pt idx="159">
                  <c:v>799</c:v>
                </c:pt>
                <c:pt idx="160">
                  <c:v>799</c:v>
                </c:pt>
                <c:pt idx="161">
                  <c:v>799</c:v>
                </c:pt>
                <c:pt idx="162">
                  <c:v>799</c:v>
                </c:pt>
                <c:pt idx="163">
                  <c:v>784</c:v>
                </c:pt>
                <c:pt idx="164">
                  <c:v>778</c:v>
                </c:pt>
                <c:pt idx="165">
                  <c:v>778</c:v>
                </c:pt>
                <c:pt idx="166">
                  <c:v>778</c:v>
                </c:pt>
                <c:pt idx="167">
                  <c:v>778</c:v>
                </c:pt>
                <c:pt idx="168">
                  <c:v>778</c:v>
                </c:pt>
                <c:pt idx="169">
                  <c:v>779</c:v>
                </c:pt>
                <c:pt idx="170">
                  <c:v>778</c:v>
                </c:pt>
                <c:pt idx="171">
                  <c:v>780</c:v>
                </c:pt>
                <c:pt idx="172">
                  <c:v>779</c:v>
                </c:pt>
                <c:pt idx="173">
                  <c:v>778</c:v>
                </c:pt>
                <c:pt idx="174">
                  <c:v>778</c:v>
                </c:pt>
                <c:pt idx="175">
                  <c:v>778</c:v>
                </c:pt>
                <c:pt idx="176">
                  <c:v>778</c:v>
                </c:pt>
                <c:pt idx="177">
                  <c:v>779</c:v>
                </c:pt>
                <c:pt idx="178">
                  <c:v>779</c:v>
                </c:pt>
                <c:pt idx="179">
                  <c:v>779</c:v>
                </c:pt>
                <c:pt idx="180">
                  <c:v>779</c:v>
                </c:pt>
                <c:pt idx="181">
                  <c:v>779</c:v>
                </c:pt>
                <c:pt idx="182">
                  <c:v>779</c:v>
                </c:pt>
                <c:pt idx="183">
                  <c:v>779</c:v>
                </c:pt>
                <c:pt idx="184">
                  <c:v>778</c:v>
                </c:pt>
                <c:pt idx="185">
                  <c:v>778</c:v>
                </c:pt>
                <c:pt idx="186">
                  <c:v>779</c:v>
                </c:pt>
                <c:pt idx="187">
                  <c:v>779</c:v>
                </c:pt>
                <c:pt idx="188">
                  <c:v>779</c:v>
                </c:pt>
                <c:pt idx="189">
                  <c:v>779</c:v>
                </c:pt>
                <c:pt idx="190">
                  <c:v>779</c:v>
                </c:pt>
                <c:pt idx="191">
                  <c:v>780</c:v>
                </c:pt>
                <c:pt idx="192">
                  <c:v>778</c:v>
                </c:pt>
                <c:pt idx="193">
                  <c:v>779</c:v>
                </c:pt>
                <c:pt idx="194">
                  <c:v>757</c:v>
                </c:pt>
                <c:pt idx="195">
                  <c:v>757</c:v>
                </c:pt>
                <c:pt idx="196">
                  <c:v>757</c:v>
                </c:pt>
                <c:pt idx="197">
                  <c:v>758</c:v>
                </c:pt>
                <c:pt idx="198">
                  <c:v>757</c:v>
                </c:pt>
                <c:pt idx="199">
                  <c:v>758</c:v>
                </c:pt>
                <c:pt idx="200">
                  <c:v>758</c:v>
                </c:pt>
                <c:pt idx="201">
                  <c:v>758</c:v>
                </c:pt>
                <c:pt idx="202">
                  <c:v>758</c:v>
                </c:pt>
                <c:pt idx="203">
                  <c:v>759</c:v>
                </c:pt>
                <c:pt idx="204">
                  <c:v>758</c:v>
                </c:pt>
                <c:pt idx="205">
                  <c:v>759</c:v>
                </c:pt>
                <c:pt idx="206">
                  <c:v>760</c:v>
                </c:pt>
                <c:pt idx="207">
                  <c:v>759</c:v>
                </c:pt>
                <c:pt idx="208">
                  <c:v>758</c:v>
                </c:pt>
                <c:pt idx="209">
                  <c:v>759</c:v>
                </c:pt>
                <c:pt idx="210">
                  <c:v>760</c:v>
                </c:pt>
                <c:pt idx="211">
                  <c:v>760</c:v>
                </c:pt>
                <c:pt idx="212">
                  <c:v>759</c:v>
                </c:pt>
                <c:pt idx="213">
                  <c:v>759</c:v>
                </c:pt>
                <c:pt idx="214">
                  <c:v>758</c:v>
                </c:pt>
                <c:pt idx="215">
                  <c:v>759</c:v>
                </c:pt>
                <c:pt idx="216">
                  <c:v>759</c:v>
                </c:pt>
                <c:pt idx="217">
                  <c:v>760</c:v>
                </c:pt>
                <c:pt idx="218">
                  <c:v>760</c:v>
                </c:pt>
                <c:pt idx="219">
                  <c:v>760</c:v>
                </c:pt>
                <c:pt idx="220">
                  <c:v>760</c:v>
                </c:pt>
                <c:pt idx="221">
                  <c:v>760</c:v>
                </c:pt>
                <c:pt idx="222">
                  <c:v>760</c:v>
                </c:pt>
                <c:pt idx="223">
                  <c:v>759</c:v>
                </c:pt>
                <c:pt idx="224">
                  <c:v>759</c:v>
                </c:pt>
                <c:pt idx="225">
                  <c:v>759</c:v>
                </c:pt>
                <c:pt idx="226">
                  <c:v>739</c:v>
                </c:pt>
                <c:pt idx="227">
                  <c:v>739</c:v>
                </c:pt>
                <c:pt idx="228">
                  <c:v>739</c:v>
                </c:pt>
                <c:pt idx="229">
                  <c:v>739</c:v>
                </c:pt>
                <c:pt idx="230">
                  <c:v>739</c:v>
                </c:pt>
                <c:pt idx="231">
                  <c:v>739</c:v>
                </c:pt>
                <c:pt idx="232">
                  <c:v>739</c:v>
                </c:pt>
                <c:pt idx="233">
                  <c:v>739</c:v>
                </c:pt>
                <c:pt idx="234">
                  <c:v>739</c:v>
                </c:pt>
                <c:pt idx="235">
                  <c:v>739</c:v>
                </c:pt>
                <c:pt idx="236">
                  <c:v>739</c:v>
                </c:pt>
                <c:pt idx="237">
                  <c:v>739</c:v>
                </c:pt>
                <c:pt idx="238">
                  <c:v>739</c:v>
                </c:pt>
                <c:pt idx="239">
                  <c:v>739</c:v>
                </c:pt>
                <c:pt idx="240">
                  <c:v>739</c:v>
                </c:pt>
                <c:pt idx="241">
                  <c:v>739</c:v>
                </c:pt>
                <c:pt idx="242">
                  <c:v>739</c:v>
                </c:pt>
                <c:pt idx="243">
                  <c:v>739</c:v>
                </c:pt>
                <c:pt idx="244">
                  <c:v>739</c:v>
                </c:pt>
                <c:pt idx="245">
                  <c:v>739</c:v>
                </c:pt>
                <c:pt idx="246">
                  <c:v>739</c:v>
                </c:pt>
                <c:pt idx="247">
                  <c:v>739</c:v>
                </c:pt>
                <c:pt idx="248">
                  <c:v>739</c:v>
                </c:pt>
                <c:pt idx="249">
                  <c:v>740</c:v>
                </c:pt>
                <c:pt idx="250">
                  <c:v>739</c:v>
                </c:pt>
                <c:pt idx="251">
                  <c:v>739</c:v>
                </c:pt>
                <c:pt idx="252">
                  <c:v>740</c:v>
                </c:pt>
                <c:pt idx="253">
                  <c:v>739</c:v>
                </c:pt>
                <c:pt idx="254">
                  <c:v>739</c:v>
                </c:pt>
                <c:pt idx="255">
                  <c:v>739</c:v>
                </c:pt>
                <c:pt idx="256">
                  <c:v>718</c:v>
                </c:pt>
                <c:pt idx="257">
                  <c:v>719</c:v>
                </c:pt>
                <c:pt idx="258">
                  <c:v>719</c:v>
                </c:pt>
                <c:pt idx="259">
                  <c:v>719</c:v>
                </c:pt>
                <c:pt idx="260">
                  <c:v>719</c:v>
                </c:pt>
                <c:pt idx="261">
                  <c:v>719</c:v>
                </c:pt>
                <c:pt idx="262">
                  <c:v>720</c:v>
                </c:pt>
                <c:pt idx="263">
                  <c:v>720</c:v>
                </c:pt>
                <c:pt idx="264">
                  <c:v>721</c:v>
                </c:pt>
                <c:pt idx="265">
                  <c:v>719</c:v>
                </c:pt>
                <c:pt idx="266">
                  <c:v>721</c:v>
                </c:pt>
                <c:pt idx="267">
                  <c:v>721</c:v>
                </c:pt>
                <c:pt idx="268">
                  <c:v>720</c:v>
                </c:pt>
                <c:pt idx="269">
                  <c:v>721</c:v>
                </c:pt>
                <c:pt idx="270">
                  <c:v>721</c:v>
                </c:pt>
                <c:pt idx="271">
                  <c:v>721</c:v>
                </c:pt>
                <c:pt idx="272">
                  <c:v>721</c:v>
                </c:pt>
                <c:pt idx="273">
                  <c:v>720</c:v>
                </c:pt>
                <c:pt idx="274">
                  <c:v>721</c:v>
                </c:pt>
                <c:pt idx="275">
                  <c:v>720</c:v>
                </c:pt>
                <c:pt idx="276">
                  <c:v>721</c:v>
                </c:pt>
                <c:pt idx="277">
                  <c:v>721</c:v>
                </c:pt>
                <c:pt idx="278">
                  <c:v>721</c:v>
                </c:pt>
                <c:pt idx="279">
                  <c:v>721</c:v>
                </c:pt>
                <c:pt idx="280">
                  <c:v>720</c:v>
                </c:pt>
                <c:pt idx="281">
                  <c:v>721</c:v>
                </c:pt>
                <c:pt idx="282">
                  <c:v>721</c:v>
                </c:pt>
                <c:pt idx="283">
                  <c:v>721</c:v>
                </c:pt>
                <c:pt idx="284">
                  <c:v>720</c:v>
                </c:pt>
                <c:pt idx="285">
                  <c:v>720</c:v>
                </c:pt>
                <c:pt idx="286">
                  <c:v>713</c:v>
                </c:pt>
                <c:pt idx="287">
                  <c:v>700</c:v>
                </c:pt>
                <c:pt idx="288">
                  <c:v>700</c:v>
                </c:pt>
                <c:pt idx="289">
                  <c:v>700</c:v>
                </c:pt>
                <c:pt idx="290">
                  <c:v>700</c:v>
                </c:pt>
                <c:pt idx="291">
                  <c:v>700</c:v>
                </c:pt>
                <c:pt idx="292">
                  <c:v>700</c:v>
                </c:pt>
                <c:pt idx="293">
                  <c:v>700</c:v>
                </c:pt>
                <c:pt idx="294">
                  <c:v>700</c:v>
                </c:pt>
                <c:pt idx="295">
                  <c:v>700</c:v>
                </c:pt>
                <c:pt idx="296">
                  <c:v>700</c:v>
                </c:pt>
                <c:pt idx="297">
                  <c:v>700</c:v>
                </c:pt>
                <c:pt idx="298">
                  <c:v>700</c:v>
                </c:pt>
                <c:pt idx="299">
                  <c:v>700</c:v>
                </c:pt>
                <c:pt idx="300">
                  <c:v>700</c:v>
                </c:pt>
                <c:pt idx="301">
                  <c:v>700</c:v>
                </c:pt>
                <c:pt idx="302">
                  <c:v>700</c:v>
                </c:pt>
                <c:pt idx="303">
                  <c:v>700</c:v>
                </c:pt>
                <c:pt idx="304">
                  <c:v>700</c:v>
                </c:pt>
                <c:pt idx="305">
                  <c:v>700</c:v>
                </c:pt>
                <c:pt idx="306">
                  <c:v>700</c:v>
                </c:pt>
                <c:pt idx="307">
                  <c:v>700</c:v>
                </c:pt>
                <c:pt idx="308">
                  <c:v>700</c:v>
                </c:pt>
                <c:pt idx="309">
                  <c:v>700</c:v>
                </c:pt>
                <c:pt idx="310">
                  <c:v>700</c:v>
                </c:pt>
                <c:pt idx="311">
                  <c:v>700</c:v>
                </c:pt>
                <c:pt idx="312">
                  <c:v>701</c:v>
                </c:pt>
                <c:pt idx="313">
                  <c:v>701</c:v>
                </c:pt>
                <c:pt idx="314">
                  <c:v>700</c:v>
                </c:pt>
                <c:pt idx="315">
                  <c:v>700</c:v>
                </c:pt>
                <c:pt idx="316">
                  <c:v>698</c:v>
                </c:pt>
                <c:pt idx="317">
                  <c:v>680</c:v>
                </c:pt>
                <c:pt idx="318">
                  <c:v>682</c:v>
                </c:pt>
                <c:pt idx="319">
                  <c:v>682</c:v>
                </c:pt>
                <c:pt idx="320">
                  <c:v>681</c:v>
                </c:pt>
                <c:pt idx="321">
                  <c:v>682</c:v>
                </c:pt>
                <c:pt idx="322">
                  <c:v>682</c:v>
                </c:pt>
                <c:pt idx="323">
                  <c:v>680</c:v>
                </c:pt>
                <c:pt idx="324">
                  <c:v>682</c:v>
                </c:pt>
                <c:pt idx="325">
                  <c:v>681</c:v>
                </c:pt>
                <c:pt idx="326">
                  <c:v>682</c:v>
                </c:pt>
                <c:pt idx="327">
                  <c:v>682</c:v>
                </c:pt>
                <c:pt idx="328">
                  <c:v>682</c:v>
                </c:pt>
                <c:pt idx="329">
                  <c:v>681</c:v>
                </c:pt>
                <c:pt idx="330">
                  <c:v>682</c:v>
                </c:pt>
                <c:pt idx="331">
                  <c:v>682</c:v>
                </c:pt>
                <c:pt idx="332">
                  <c:v>682</c:v>
                </c:pt>
                <c:pt idx="333">
                  <c:v>682</c:v>
                </c:pt>
                <c:pt idx="334">
                  <c:v>682</c:v>
                </c:pt>
                <c:pt idx="335">
                  <c:v>682</c:v>
                </c:pt>
                <c:pt idx="336">
                  <c:v>682</c:v>
                </c:pt>
                <c:pt idx="337">
                  <c:v>682</c:v>
                </c:pt>
                <c:pt idx="338">
                  <c:v>682</c:v>
                </c:pt>
                <c:pt idx="339">
                  <c:v>682</c:v>
                </c:pt>
                <c:pt idx="340">
                  <c:v>682</c:v>
                </c:pt>
                <c:pt idx="341">
                  <c:v>682</c:v>
                </c:pt>
                <c:pt idx="342">
                  <c:v>682</c:v>
                </c:pt>
                <c:pt idx="343">
                  <c:v>682</c:v>
                </c:pt>
                <c:pt idx="344">
                  <c:v>681</c:v>
                </c:pt>
                <c:pt idx="345">
                  <c:v>681</c:v>
                </c:pt>
                <c:pt idx="346">
                  <c:v>682</c:v>
                </c:pt>
                <c:pt idx="347">
                  <c:v>682</c:v>
                </c:pt>
                <c:pt idx="348">
                  <c:v>661</c:v>
                </c:pt>
                <c:pt idx="349">
                  <c:v>661</c:v>
                </c:pt>
                <c:pt idx="350">
                  <c:v>661</c:v>
                </c:pt>
                <c:pt idx="351">
                  <c:v>661</c:v>
                </c:pt>
                <c:pt idx="352">
                  <c:v>661</c:v>
                </c:pt>
                <c:pt idx="353">
                  <c:v>661</c:v>
                </c:pt>
                <c:pt idx="354">
                  <c:v>661</c:v>
                </c:pt>
                <c:pt idx="355">
                  <c:v>661</c:v>
                </c:pt>
                <c:pt idx="356">
                  <c:v>661</c:v>
                </c:pt>
                <c:pt idx="357">
                  <c:v>661</c:v>
                </c:pt>
                <c:pt idx="358">
                  <c:v>661</c:v>
                </c:pt>
                <c:pt idx="359">
                  <c:v>661</c:v>
                </c:pt>
                <c:pt idx="360">
                  <c:v>661</c:v>
                </c:pt>
                <c:pt idx="361">
                  <c:v>661</c:v>
                </c:pt>
                <c:pt idx="362">
                  <c:v>661</c:v>
                </c:pt>
                <c:pt idx="363">
                  <c:v>661</c:v>
                </c:pt>
                <c:pt idx="364">
                  <c:v>661</c:v>
                </c:pt>
                <c:pt idx="365">
                  <c:v>661</c:v>
                </c:pt>
                <c:pt idx="366">
                  <c:v>661</c:v>
                </c:pt>
                <c:pt idx="367">
                  <c:v>661</c:v>
                </c:pt>
                <c:pt idx="368">
                  <c:v>661</c:v>
                </c:pt>
                <c:pt idx="369">
                  <c:v>661</c:v>
                </c:pt>
                <c:pt idx="370">
                  <c:v>661</c:v>
                </c:pt>
                <c:pt idx="371">
                  <c:v>661</c:v>
                </c:pt>
                <c:pt idx="372">
                  <c:v>661</c:v>
                </c:pt>
                <c:pt idx="373">
                  <c:v>661</c:v>
                </c:pt>
                <c:pt idx="374">
                  <c:v>661</c:v>
                </c:pt>
                <c:pt idx="375">
                  <c:v>660</c:v>
                </c:pt>
                <c:pt idx="376">
                  <c:v>659</c:v>
                </c:pt>
                <c:pt idx="377">
                  <c:v>640</c:v>
                </c:pt>
                <c:pt idx="378">
                  <c:v>640</c:v>
                </c:pt>
                <c:pt idx="379">
                  <c:v>640</c:v>
                </c:pt>
                <c:pt idx="380">
                  <c:v>640</c:v>
                </c:pt>
                <c:pt idx="381">
                  <c:v>640</c:v>
                </c:pt>
                <c:pt idx="382">
                  <c:v>640</c:v>
                </c:pt>
                <c:pt idx="383">
                  <c:v>640</c:v>
                </c:pt>
                <c:pt idx="384">
                  <c:v>640</c:v>
                </c:pt>
                <c:pt idx="385">
                  <c:v>640</c:v>
                </c:pt>
                <c:pt idx="386">
                  <c:v>640</c:v>
                </c:pt>
                <c:pt idx="387">
                  <c:v>640</c:v>
                </c:pt>
                <c:pt idx="388">
                  <c:v>640</c:v>
                </c:pt>
                <c:pt idx="389">
                  <c:v>640</c:v>
                </c:pt>
                <c:pt idx="390">
                  <c:v>640</c:v>
                </c:pt>
                <c:pt idx="391">
                  <c:v>640</c:v>
                </c:pt>
                <c:pt idx="392">
                  <c:v>640</c:v>
                </c:pt>
                <c:pt idx="393">
                  <c:v>640</c:v>
                </c:pt>
                <c:pt idx="394">
                  <c:v>640</c:v>
                </c:pt>
                <c:pt idx="395">
                  <c:v>640</c:v>
                </c:pt>
                <c:pt idx="396">
                  <c:v>640</c:v>
                </c:pt>
                <c:pt idx="397">
                  <c:v>640</c:v>
                </c:pt>
                <c:pt idx="398">
                  <c:v>640</c:v>
                </c:pt>
                <c:pt idx="399">
                  <c:v>640</c:v>
                </c:pt>
                <c:pt idx="400">
                  <c:v>640</c:v>
                </c:pt>
                <c:pt idx="401">
                  <c:v>640</c:v>
                </c:pt>
                <c:pt idx="402">
                  <c:v>640</c:v>
                </c:pt>
                <c:pt idx="403">
                  <c:v>640</c:v>
                </c:pt>
                <c:pt idx="404">
                  <c:v>640</c:v>
                </c:pt>
                <c:pt idx="405">
                  <c:v>640</c:v>
                </c:pt>
                <c:pt idx="406">
                  <c:v>638</c:v>
                </c:pt>
                <c:pt idx="407">
                  <c:v>637</c:v>
                </c:pt>
                <c:pt idx="408">
                  <c:v>617</c:v>
                </c:pt>
                <c:pt idx="409">
                  <c:v>617</c:v>
                </c:pt>
                <c:pt idx="410">
                  <c:v>619</c:v>
                </c:pt>
                <c:pt idx="411">
                  <c:v>617</c:v>
                </c:pt>
                <c:pt idx="412">
                  <c:v>617</c:v>
                </c:pt>
                <c:pt idx="413">
                  <c:v>617</c:v>
                </c:pt>
                <c:pt idx="414">
                  <c:v>619</c:v>
                </c:pt>
                <c:pt idx="415">
                  <c:v>619</c:v>
                </c:pt>
                <c:pt idx="416">
                  <c:v>619</c:v>
                </c:pt>
                <c:pt idx="417">
                  <c:v>618</c:v>
                </c:pt>
                <c:pt idx="418">
                  <c:v>619</c:v>
                </c:pt>
                <c:pt idx="419">
                  <c:v>618</c:v>
                </c:pt>
                <c:pt idx="420">
                  <c:v>619</c:v>
                </c:pt>
                <c:pt idx="421">
                  <c:v>618</c:v>
                </c:pt>
                <c:pt idx="422">
                  <c:v>619</c:v>
                </c:pt>
                <c:pt idx="423">
                  <c:v>618</c:v>
                </c:pt>
                <c:pt idx="424">
                  <c:v>618</c:v>
                </c:pt>
                <c:pt idx="425">
                  <c:v>618</c:v>
                </c:pt>
                <c:pt idx="426">
                  <c:v>618</c:v>
                </c:pt>
                <c:pt idx="427">
                  <c:v>617</c:v>
                </c:pt>
                <c:pt idx="428">
                  <c:v>617</c:v>
                </c:pt>
                <c:pt idx="429">
                  <c:v>617</c:v>
                </c:pt>
                <c:pt idx="430">
                  <c:v>617</c:v>
                </c:pt>
                <c:pt idx="431">
                  <c:v>618</c:v>
                </c:pt>
                <c:pt idx="432">
                  <c:v>617</c:v>
                </c:pt>
                <c:pt idx="433">
                  <c:v>616</c:v>
                </c:pt>
                <c:pt idx="434">
                  <c:v>616</c:v>
                </c:pt>
                <c:pt idx="435">
                  <c:v>616</c:v>
                </c:pt>
                <c:pt idx="436">
                  <c:v>616</c:v>
                </c:pt>
                <c:pt idx="437">
                  <c:v>615</c:v>
                </c:pt>
                <c:pt idx="438">
                  <c:v>616</c:v>
                </c:pt>
                <c:pt idx="439">
                  <c:v>616</c:v>
                </c:pt>
                <c:pt idx="440">
                  <c:v>595</c:v>
                </c:pt>
                <c:pt idx="441">
                  <c:v>595</c:v>
                </c:pt>
                <c:pt idx="442">
                  <c:v>595</c:v>
                </c:pt>
                <c:pt idx="443">
                  <c:v>595</c:v>
                </c:pt>
                <c:pt idx="444">
                  <c:v>595</c:v>
                </c:pt>
                <c:pt idx="445">
                  <c:v>595</c:v>
                </c:pt>
                <c:pt idx="446">
                  <c:v>595</c:v>
                </c:pt>
                <c:pt idx="447">
                  <c:v>595</c:v>
                </c:pt>
                <c:pt idx="448">
                  <c:v>595</c:v>
                </c:pt>
                <c:pt idx="449">
                  <c:v>595</c:v>
                </c:pt>
                <c:pt idx="450">
                  <c:v>595</c:v>
                </c:pt>
                <c:pt idx="451">
                  <c:v>595</c:v>
                </c:pt>
                <c:pt idx="452">
                  <c:v>595</c:v>
                </c:pt>
                <c:pt idx="453">
                  <c:v>595</c:v>
                </c:pt>
                <c:pt idx="454">
                  <c:v>595</c:v>
                </c:pt>
                <c:pt idx="455">
                  <c:v>595</c:v>
                </c:pt>
                <c:pt idx="456">
                  <c:v>595</c:v>
                </c:pt>
                <c:pt idx="457">
                  <c:v>595</c:v>
                </c:pt>
                <c:pt idx="458">
                  <c:v>595</c:v>
                </c:pt>
                <c:pt idx="459">
                  <c:v>595</c:v>
                </c:pt>
                <c:pt idx="460">
                  <c:v>593</c:v>
                </c:pt>
                <c:pt idx="461">
                  <c:v>592</c:v>
                </c:pt>
                <c:pt idx="462">
                  <c:v>595</c:v>
                </c:pt>
                <c:pt idx="463">
                  <c:v>595</c:v>
                </c:pt>
                <c:pt idx="464">
                  <c:v>594</c:v>
                </c:pt>
                <c:pt idx="465">
                  <c:v>593</c:v>
                </c:pt>
                <c:pt idx="466">
                  <c:v>594</c:v>
                </c:pt>
                <c:pt idx="467">
                  <c:v>593</c:v>
                </c:pt>
                <c:pt idx="468">
                  <c:v>571</c:v>
                </c:pt>
                <c:pt idx="469">
                  <c:v>572</c:v>
                </c:pt>
                <c:pt idx="470">
                  <c:v>572</c:v>
                </c:pt>
                <c:pt idx="471">
                  <c:v>572</c:v>
                </c:pt>
                <c:pt idx="472">
                  <c:v>573</c:v>
                </c:pt>
                <c:pt idx="473">
                  <c:v>572</c:v>
                </c:pt>
                <c:pt idx="474">
                  <c:v>571</c:v>
                </c:pt>
                <c:pt idx="475">
                  <c:v>571</c:v>
                </c:pt>
                <c:pt idx="476">
                  <c:v>571</c:v>
                </c:pt>
                <c:pt idx="477">
                  <c:v>571</c:v>
                </c:pt>
                <c:pt idx="478">
                  <c:v>571</c:v>
                </c:pt>
                <c:pt idx="479">
                  <c:v>571</c:v>
                </c:pt>
                <c:pt idx="480">
                  <c:v>571</c:v>
                </c:pt>
                <c:pt idx="481">
                  <c:v>571</c:v>
                </c:pt>
                <c:pt idx="482">
                  <c:v>571</c:v>
                </c:pt>
                <c:pt idx="483">
                  <c:v>571</c:v>
                </c:pt>
                <c:pt idx="484">
                  <c:v>571</c:v>
                </c:pt>
                <c:pt idx="485">
                  <c:v>569</c:v>
                </c:pt>
                <c:pt idx="486">
                  <c:v>569</c:v>
                </c:pt>
                <c:pt idx="487">
                  <c:v>568</c:v>
                </c:pt>
                <c:pt idx="488">
                  <c:v>568</c:v>
                </c:pt>
                <c:pt idx="489">
                  <c:v>568</c:v>
                </c:pt>
                <c:pt idx="490">
                  <c:v>568</c:v>
                </c:pt>
                <c:pt idx="491">
                  <c:v>568</c:v>
                </c:pt>
                <c:pt idx="492">
                  <c:v>568</c:v>
                </c:pt>
                <c:pt idx="493">
                  <c:v>568</c:v>
                </c:pt>
                <c:pt idx="494">
                  <c:v>568</c:v>
                </c:pt>
                <c:pt idx="495">
                  <c:v>568</c:v>
                </c:pt>
                <c:pt idx="496">
                  <c:v>568</c:v>
                </c:pt>
                <c:pt idx="497">
                  <c:v>568</c:v>
                </c:pt>
                <c:pt idx="498">
                  <c:v>565</c:v>
                </c:pt>
                <c:pt idx="499">
                  <c:v>544</c:v>
                </c:pt>
                <c:pt idx="500">
                  <c:v>547</c:v>
                </c:pt>
                <c:pt idx="501">
                  <c:v>547</c:v>
                </c:pt>
                <c:pt idx="502">
                  <c:v>547</c:v>
                </c:pt>
                <c:pt idx="503">
                  <c:v>547</c:v>
                </c:pt>
                <c:pt idx="504">
                  <c:v>547</c:v>
                </c:pt>
                <c:pt idx="505">
                  <c:v>547</c:v>
                </c:pt>
                <c:pt idx="506">
                  <c:v>547</c:v>
                </c:pt>
                <c:pt idx="507">
                  <c:v>547</c:v>
                </c:pt>
                <c:pt idx="508">
                  <c:v>546</c:v>
                </c:pt>
                <c:pt idx="509">
                  <c:v>545</c:v>
                </c:pt>
                <c:pt idx="510">
                  <c:v>545</c:v>
                </c:pt>
                <c:pt idx="511">
                  <c:v>547</c:v>
                </c:pt>
                <c:pt idx="512">
                  <c:v>547</c:v>
                </c:pt>
                <c:pt idx="513">
                  <c:v>547</c:v>
                </c:pt>
                <c:pt idx="514">
                  <c:v>547</c:v>
                </c:pt>
                <c:pt idx="515">
                  <c:v>544</c:v>
                </c:pt>
                <c:pt idx="516">
                  <c:v>545</c:v>
                </c:pt>
                <c:pt idx="517">
                  <c:v>544</c:v>
                </c:pt>
                <c:pt idx="518">
                  <c:v>544</c:v>
                </c:pt>
                <c:pt idx="519">
                  <c:v>545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06E-48A9-BD24-8F2C837CF42F}"/>
            </c:ext>
          </c:extLst>
        </c:ser>
        <c:ser>
          <c:idx val="4"/>
          <c:order val="4"/>
          <c:tx>
            <c:strRef>
              <c:f>Sheet1!$Q$1</c:f>
              <c:strCache>
                <c:ptCount val="1"/>
                <c:pt idx="0">
                  <c:v>cell5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Sheet1!$Q$2:$Q$521</c:f>
              <c:numCache>
                <c:formatCode>General</c:formatCode>
                <c:ptCount val="520"/>
                <c:pt idx="0">
                  <c:v>963</c:v>
                </c:pt>
                <c:pt idx="1">
                  <c:v>960</c:v>
                </c:pt>
                <c:pt idx="2">
                  <c:v>960</c:v>
                </c:pt>
                <c:pt idx="3">
                  <c:v>960</c:v>
                </c:pt>
                <c:pt idx="4">
                  <c:v>960</c:v>
                </c:pt>
                <c:pt idx="5">
                  <c:v>960</c:v>
                </c:pt>
                <c:pt idx="6">
                  <c:v>960</c:v>
                </c:pt>
                <c:pt idx="7">
                  <c:v>959</c:v>
                </c:pt>
                <c:pt idx="8">
                  <c:v>959</c:v>
                </c:pt>
                <c:pt idx="9">
                  <c:v>958</c:v>
                </c:pt>
                <c:pt idx="10">
                  <c:v>890</c:v>
                </c:pt>
                <c:pt idx="11">
                  <c:v>890</c:v>
                </c:pt>
                <c:pt idx="12">
                  <c:v>889</c:v>
                </c:pt>
                <c:pt idx="13">
                  <c:v>891</c:v>
                </c:pt>
                <c:pt idx="14">
                  <c:v>889</c:v>
                </c:pt>
                <c:pt idx="15">
                  <c:v>891</c:v>
                </c:pt>
                <c:pt idx="16">
                  <c:v>891</c:v>
                </c:pt>
                <c:pt idx="17">
                  <c:v>891</c:v>
                </c:pt>
                <c:pt idx="18">
                  <c:v>891</c:v>
                </c:pt>
                <c:pt idx="19">
                  <c:v>891</c:v>
                </c:pt>
                <c:pt idx="20">
                  <c:v>890</c:v>
                </c:pt>
                <c:pt idx="21">
                  <c:v>890</c:v>
                </c:pt>
                <c:pt idx="22">
                  <c:v>891</c:v>
                </c:pt>
                <c:pt idx="23">
                  <c:v>891</c:v>
                </c:pt>
                <c:pt idx="24">
                  <c:v>891</c:v>
                </c:pt>
                <c:pt idx="25">
                  <c:v>890</c:v>
                </c:pt>
                <c:pt idx="26">
                  <c:v>891</c:v>
                </c:pt>
                <c:pt idx="27">
                  <c:v>891</c:v>
                </c:pt>
                <c:pt idx="28">
                  <c:v>891</c:v>
                </c:pt>
                <c:pt idx="29">
                  <c:v>890</c:v>
                </c:pt>
                <c:pt idx="30">
                  <c:v>891</c:v>
                </c:pt>
                <c:pt idx="31">
                  <c:v>891</c:v>
                </c:pt>
                <c:pt idx="32">
                  <c:v>891</c:v>
                </c:pt>
                <c:pt idx="33">
                  <c:v>890</c:v>
                </c:pt>
                <c:pt idx="34">
                  <c:v>891</c:v>
                </c:pt>
                <c:pt idx="35">
                  <c:v>891</c:v>
                </c:pt>
                <c:pt idx="36">
                  <c:v>891</c:v>
                </c:pt>
                <c:pt idx="37">
                  <c:v>891</c:v>
                </c:pt>
                <c:pt idx="38">
                  <c:v>891</c:v>
                </c:pt>
                <c:pt idx="39">
                  <c:v>890</c:v>
                </c:pt>
                <c:pt idx="40">
                  <c:v>890</c:v>
                </c:pt>
                <c:pt idx="41">
                  <c:v>867</c:v>
                </c:pt>
                <c:pt idx="42">
                  <c:v>868</c:v>
                </c:pt>
                <c:pt idx="43">
                  <c:v>867</c:v>
                </c:pt>
                <c:pt idx="44">
                  <c:v>867</c:v>
                </c:pt>
                <c:pt idx="45">
                  <c:v>868</c:v>
                </c:pt>
                <c:pt idx="46">
                  <c:v>867</c:v>
                </c:pt>
                <c:pt idx="47">
                  <c:v>867</c:v>
                </c:pt>
                <c:pt idx="48">
                  <c:v>867</c:v>
                </c:pt>
                <c:pt idx="49">
                  <c:v>867</c:v>
                </c:pt>
                <c:pt idx="50">
                  <c:v>867</c:v>
                </c:pt>
                <c:pt idx="51">
                  <c:v>867</c:v>
                </c:pt>
                <c:pt idx="52">
                  <c:v>867</c:v>
                </c:pt>
                <c:pt idx="53">
                  <c:v>868</c:v>
                </c:pt>
                <c:pt idx="54">
                  <c:v>867</c:v>
                </c:pt>
                <c:pt idx="55">
                  <c:v>867</c:v>
                </c:pt>
                <c:pt idx="56">
                  <c:v>868</c:v>
                </c:pt>
                <c:pt idx="57">
                  <c:v>867</c:v>
                </c:pt>
                <c:pt idx="58">
                  <c:v>867</c:v>
                </c:pt>
                <c:pt idx="59">
                  <c:v>867</c:v>
                </c:pt>
                <c:pt idx="60">
                  <c:v>867</c:v>
                </c:pt>
                <c:pt idx="61">
                  <c:v>867</c:v>
                </c:pt>
                <c:pt idx="62">
                  <c:v>868</c:v>
                </c:pt>
                <c:pt idx="63">
                  <c:v>868</c:v>
                </c:pt>
                <c:pt idx="64">
                  <c:v>867</c:v>
                </c:pt>
                <c:pt idx="65">
                  <c:v>867</c:v>
                </c:pt>
                <c:pt idx="66">
                  <c:v>867</c:v>
                </c:pt>
                <c:pt idx="67">
                  <c:v>867</c:v>
                </c:pt>
                <c:pt idx="68">
                  <c:v>867</c:v>
                </c:pt>
                <c:pt idx="69">
                  <c:v>867</c:v>
                </c:pt>
                <c:pt idx="70">
                  <c:v>867</c:v>
                </c:pt>
                <c:pt idx="71">
                  <c:v>867</c:v>
                </c:pt>
                <c:pt idx="72">
                  <c:v>846</c:v>
                </c:pt>
                <c:pt idx="73">
                  <c:v>846</c:v>
                </c:pt>
                <c:pt idx="74">
                  <c:v>846</c:v>
                </c:pt>
                <c:pt idx="75">
                  <c:v>846</c:v>
                </c:pt>
                <c:pt idx="76">
                  <c:v>846</c:v>
                </c:pt>
                <c:pt idx="77">
                  <c:v>846</c:v>
                </c:pt>
                <c:pt idx="78">
                  <c:v>846</c:v>
                </c:pt>
                <c:pt idx="79">
                  <c:v>846</c:v>
                </c:pt>
                <c:pt idx="80">
                  <c:v>846</c:v>
                </c:pt>
                <c:pt idx="81">
                  <c:v>846</c:v>
                </c:pt>
                <c:pt idx="82">
                  <c:v>846</c:v>
                </c:pt>
                <c:pt idx="83">
                  <c:v>846</c:v>
                </c:pt>
                <c:pt idx="84">
                  <c:v>846</c:v>
                </c:pt>
                <c:pt idx="85">
                  <c:v>846</c:v>
                </c:pt>
                <c:pt idx="86">
                  <c:v>846</c:v>
                </c:pt>
                <c:pt idx="87">
                  <c:v>847</c:v>
                </c:pt>
                <c:pt idx="88">
                  <c:v>846</c:v>
                </c:pt>
                <c:pt idx="89">
                  <c:v>846</c:v>
                </c:pt>
                <c:pt idx="90">
                  <c:v>846</c:v>
                </c:pt>
                <c:pt idx="91">
                  <c:v>846</c:v>
                </c:pt>
                <c:pt idx="92">
                  <c:v>846</c:v>
                </c:pt>
                <c:pt idx="93">
                  <c:v>846</c:v>
                </c:pt>
                <c:pt idx="94">
                  <c:v>846</c:v>
                </c:pt>
                <c:pt idx="95">
                  <c:v>846</c:v>
                </c:pt>
                <c:pt idx="96">
                  <c:v>846</c:v>
                </c:pt>
                <c:pt idx="97">
                  <c:v>846</c:v>
                </c:pt>
                <c:pt idx="98">
                  <c:v>846</c:v>
                </c:pt>
                <c:pt idx="99">
                  <c:v>846</c:v>
                </c:pt>
                <c:pt idx="100">
                  <c:v>846</c:v>
                </c:pt>
                <c:pt idx="101">
                  <c:v>847</c:v>
                </c:pt>
                <c:pt idx="102">
                  <c:v>846</c:v>
                </c:pt>
                <c:pt idx="103">
                  <c:v>844</c:v>
                </c:pt>
                <c:pt idx="104">
                  <c:v>825</c:v>
                </c:pt>
                <c:pt idx="105">
                  <c:v>825</c:v>
                </c:pt>
                <c:pt idx="106">
                  <c:v>825</c:v>
                </c:pt>
                <c:pt idx="107">
                  <c:v>825</c:v>
                </c:pt>
                <c:pt idx="108">
                  <c:v>825</c:v>
                </c:pt>
                <c:pt idx="109">
                  <c:v>825</c:v>
                </c:pt>
                <c:pt idx="110">
                  <c:v>825</c:v>
                </c:pt>
                <c:pt idx="111">
                  <c:v>825</c:v>
                </c:pt>
                <c:pt idx="112">
                  <c:v>825</c:v>
                </c:pt>
                <c:pt idx="113">
                  <c:v>825</c:v>
                </c:pt>
                <c:pt idx="114">
                  <c:v>825</c:v>
                </c:pt>
                <c:pt idx="115">
                  <c:v>825</c:v>
                </c:pt>
                <c:pt idx="116">
                  <c:v>825</c:v>
                </c:pt>
                <c:pt idx="117">
                  <c:v>825</c:v>
                </c:pt>
                <c:pt idx="118">
                  <c:v>825</c:v>
                </c:pt>
                <c:pt idx="119">
                  <c:v>825</c:v>
                </c:pt>
                <c:pt idx="120">
                  <c:v>825</c:v>
                </c:pt>
                <c:pt idx="121">
                  <c:v>825</c:v>
                </c:pt>
                <c:pt idx="122">
                  <c:v>825</c:v>
                </c:pt>
                <c:pt idx="123">
                  <c:v>825</c:v>
                </c:pt>
                <c:pt idx="124">
                  <c:v>825</c:v>
                </c:pt>
                <c:pt idx="125">
                  <c:v>825</c:v>
                </c:pt>
                <c:pt idx="126">
                  <c:v>825</c:v>
                </c:pt>
                <c:pt idx="127">
                  <c:v>825</c:v>
                </c:pt>
                <c:pt idx="128">
                  <c:v>825</c:v>
                </c:pt>
                <c:pt idx="129">
                  <c:v>825</c:v>
                </c:pt>
                <c:pt idx="130">
                  <c:v>825</c:v>
                </c:pt>
                <c:pt idx="131">
                  <c:v>825</c:v>
                </c:pt>
                <c:pt idx="132">
                  <c:v>825</c:v>
                </c:pt>
                <c:pt idx="133">
                  <c:v>825</c:v>
                </c:pt>
                <c:pt idx="134">
                  <c:v>825</c:v>
                </c:pt>
                <c:pt idx="135">
                  <c:v>804</c:v>
                </c:pt>
                <c:pt idx="136">
                  <c:v>804</c:v>
                </c:pt>
                <c:pt idx="137">
                  <c:v>804</c:v>
                </c:pt>
                <c:pt idx="138">
                  <c:v>804</c:v>
                </c:pt>
                <c:pt idx="139">
                  <c:v>804</c:v>
                </c:pt>
                <c:pt idx="140">
                  <c:v>804</c:v>
                </c:pt>
                <c:pt idx="141">
                  <c:v>804</c:v>
                </c:pt>
                <c:pt idx="142">
                  <c:v>804</c:v>
                </c:pt>
                <c:pt idx="143">
                  <c:v>804</c:v>
                </c:pt>
                <c:pt idx="144">
                  <c:v>804</c:v>
                </c:pt>
                <c:pt idx="145">
                  <c:v>804</c:v>
                </c:pt>
                <c:pt idx="146">
                  <c:v>804</c:v>
                </c:pt>
                <c:pt idx="147">
                  <c:v>804</c:v>
                </c:pt>
                <c:pt idx="148">
                  <c:v>804</c:v>
                </c:pt>
                <c:pt idx="149">
                  <c:v>804</c:v>
                </c:pt>
                <c:pt idx="150">
                  <c:v>804</c:v>
                </c:pt>
                <c:pt idx="151">
                  <c:v>804</c:v>
                </c:pt>
                <c:pt idx="152">
                  <c:v>804</c:v>
                </c:pt>
                <c:pt idx="153">
                  <c:v>804</c:v>
                </c:pt>
                <c:pt idx="154">
                  <c:v>804</c:v>
                </c:pt>
                <c:pt idx="155">
                  <c:v>804</c:v>
                </c:pt>
                <c:pt idx="156">
                  <c:v>804</c:v>
                </c:pt>
                <c:pt idx="157">
                  <c:v>804</c:v>
                </c:pt>
                <c:pt idx="158">
                  <c:v>804</c:v>
                </c:pt>
                <c:pt idx="159">
                  <c:v>804</c:v>
                </c:pt>
                <c:pt idx="160">
                  <c:v>804</c:v>
                </c:pt>
                <c:pt idx="161">
                  <c:v>804</c:v>
                </c:pt>
                <c:pt idx="162">
                  <c:v>804</c:v>
                </c:pt>
                <c:pt idx="163">
                  <c:v>788</c:v>
                </c:pt>
                <c:pt idx="164">
                  <c:v>783</c:v>
                </c:pt>
                <c:pt idx="165">
                  <c:v>783</c:v>
                </c:pt>
                <c:pt idx="166">
                  <c:v>783</c:v>
                </c:pt>
                <c:pt idx="167">
                  <c:v>783</c:v>
                </c:pt>
                <c:pt idx="168">
                  <c:v>783</c:v>
                </c:pt>
                <c:pt idx="169">
                  <c:v>783</c:v>
                </c:pt>
                <c:pt idx="170">
                  <c:v>783</c:v>
                </c:pt>
                <c:pt idx="171">
                  <c:v>783</c:v>
                </c:pt>
                <c:pt idx="172">
                  <c:v>783</c:v>
                </c:pt>
                <c:pt idx="173">
                  <c:v>783</c:v>
                </c:pt>
                <c:pt idx="174">
                  <c:v>783</c:v>
                </c:pt>
                <c:pt idx="175">
                  <c:v>783</c:v>
                </c:pt>
                <c:pt idx="176">
                  <c:v>783</c:v>
                </c:pt>
                <c:pt idx="177">
                  <c:v>783</c:v>
                </c:pt>
                <c:pt idx="178">
                  <c:v>783</c:v>
                </c:pt>
                <c:pt idx="179">
                  <c:v>783</c:v>
                </c:pt>
                <c:pt idx="180">
                  <c:v>783</c:v>
                </c:pt>
                <c:pt idx="181">
                  <c:v>783</c:v>
                </c:pt>
                <c:pt idx="182">
                  <c:v>783</c:v>
                </c:pt>
                <c:pt idx="183">
                  <c:v>783</c:v>
                </c:pt>
                <c:pt idx="184">
                  <c:v>783</c:v>
                </c:pt>
                <c:pt idx="185">
                  <c:v>783</c:v>
                </c:pt>
                <c:pt idx="186">
                  <c:v>783</c:v>
                </c:pt>
                <c:pt idx="187">
                  <c:v>783</c:v>
                </c:pt>
                <c:pt idx="188">
                  <c:v>783</c:v>
                </c:pt>
                <c:pt idx="189">
                  <c:v>783</c:v>
                </c:pt>
                <c:pt idx="190">
                  <c:v>783</c:v>
                </c:pt>
                <c:pt idx="191">
                  <c:v>783</c:v>
                </c:pt>
                <c:pt idx="192">
                  <c:v>782</c:v>
                </c:pt>
                <c:pt idx="193">
                  <c:v>783</c:v>
                </c:pt>
                <c:pt idx="194">
                  <c:v>761</c:v>
                </c:pt>
                <c:pt idx="195">
                  <c:v>762</c:v>
                </c:pt>
                <c:pt idx="196">
                  <c:v>762</c:v>
                </c:pt>
                <c:pt idx="197">
                  <c:v>761</c:v>
                </c:pt>
                <c:pt idx="198">
                  <c:v>762</c:v>
                </c:pt>
                <c:pt idx="199">
                  <c:v>762</c:v>
                </c:pt>
                <c:pt idx="200">
                  <c:v>762</c:v>
                </c:pt>
                <c:pt idx="201">
                  <c:v>762</c:v>
                </c:pt>
                <c:pt idx="202">
                  <c:v>762</c:v>
                </c:pt>
                <c:pt idx="203">
                  <c:v>762</c:v>
                </c:pt>
                <c:pt idx="204">
                  <c:v>762</c:v>
                </c:pt>
                <c:pt idx="205">
                  <c:v>762</c:v>
                </c:pt>
                <c:pt idx="206">
                  <c:v>762</c:v>
                </c:pt>
                <c:pt idx="207">
                  <c:v>762</c:v>
                </c:pt>
                <c:pt idx="208">
                  <c:v>762</c:v>
                </c:pt>
                <c:pt idx="209">
                  <c:v>762</c:v>
                </c:pt>
                <c:pt idx="210">
                  <c:v>762</c:v>
                </c:pt>
                <c:pt idx="211">
                  <c:v>762</c:v>
                </c:pt>
                <c:pt idx="212">
                  <c:v>762</c:v>
                </c:pt>
                <c:pt idx="213">
                  <c:v>762</c:v>
                </c:pt>
                <c:pt idx="214">
                  <c:v>762</c:v>
                </c:pt>
                <c:pt idx="215">
                  <c:v>762</c:v>
                </c:pt>
                <c:pt idx="216">
                  <c:v>762</c:v>
                </c:pt>
                <c:pt idx="217">
                  <c:v>762</c:v>
                </c:pt>
                <c:pt idx="218">
                  <c:v>762</c:v>
                </c:pt>
                <c:pt idx="219">
                  <c:v>762</c:v>
                </c:pt>
                <c:pt idx="220">
                  <c:v>762</c:v>
                </c:pt>
                <c:pt idx="221">
                  <c:v>762</c:v>
                </c:pt>
                <c:pt idx="222">
                  <c:v>762</c:v>
                </c:pt>
                <c:pt idx="223">
                  <c:v>762</c:v>
                </c:pt>
                <c:pt idx="224">
                  <c:v>762</c:v>
                </c:pt>
                <c:pt idx="225">
                  <c:v>762</c:v>
                </c:pt>
                <c:pt idx="226">
                  <c:v>741</c:v>
                </c:pt>
                <c:pt idx="227">
                  <c:v>741</c:v>
                </c:pt>
                <c:pt idx="228">
                  <c:v>741</c:v>
                </c:pt>
                <c:pt idx="229">
                  <c:v>741</c:v>
                </c:pt>
                <c:pt idx="230">
                  <c:v>741</c:v>
                </c:pt>
                <c:pt idx="231">
                  <c:v>741</c:v>
                </c:pt>
                <c:pt idx="232">
                  <c:v>741</c:v>
                </c:pt>
                <c:pt idx="233">
                  <c:v>741</c:v>
                </c:pt>
                <c:pt idx="234">
                  <c:v>741</c:v>
                </c:pt>
                <c:pt idx="235">
                  <c:v>741</c:v>
                </c:pt>
                <c:pt idx="236">
                  <c:v>741</c:v>
                </c:pt>
                <c:pt idx="237">
                  <c:v>741</c:v>
                </c:pt>
                <c:pt idx="238">
                  <c:v>741</c:v>
                </c:pt>
                <c:pt idx="239">
                  <c:v>741</c:v>
                </c:pt>
                <c:pt idx="240">
                  <c:v>742</c:v>
                </c:pt>
                <c:pt idx="241">
                  <c:v>741</c:v>
                </c:pt>
                <c:pt idx="242">
                  <c:v>741</c:v>
                </c:pt>
                <c:pt idx="243">
                  <c:v>742</c:v>
                </c:pt>
                <c:pt idx="244">
                  <c:v>741</c:v>
                </c:pt>
                <c:pt idx="245">
                  <c:v>742</c:v>
                </c:pt>
                <c:pt idx="246">
                  <c:v>741</c:v>
                </c:pt>
                <c:pt idx="247">
                  <c:v>742</c:v>
                </c:pt>
                <c:pt idx="248">
                  <c:v>742</c:v>
                </c:pt>
                <c:pt idx="249">
                  <c:v>741</c:v>
                </c:pt>
                <c:pt idx="250">
                  <c:v>741</c:v>
                </c:pt>
                <c:pt idx="251">
                  <c:v>741</c:v>
                </c:pt>
                <c:pt idx="252">
                  <c:v>741</c:v>
                </c:pt>
                <c:pt idx="253">
                  <c:v>741</c:v>
                </c:pt>
                <c:pt idx="254">
                  <c:v>742</c:v>
                </c:pt>
                <c:pt idx="255">
                  <c:v>741</c:v>
                </c:pt>
                <c:pt idx="256">
                  <c:v>720</c:v>
                </c:pt>
                <c:pt idx="257">
                  <c:v>720</c:v>
                </c:pt>
                <c:pt idx="258">
                  <c:v>720</c:v>
                </c:pt>
                <c:pt idx="259">
                  <c:v>720</c:v>
                </c:pt>
                <c:pt idx="260">
                  <c:v>721</c:v>
                </c:pt>
                <c:pt idx="261">
                  <c:v>720</c:v>
                </c:pt>
                <c:pt idx="262">
                  <c:v>721</c:v>
                </c:pt>
                <c:pt idx="263">
                  <c:v>720</c:v>
                </c:pt>
                <c:pt idx="264">
                  <c:v>720</c:v>
                </c:pt>
                <c:pt idx="265">
                  <c:v>721</c:v>
                </c:pt>
                <c:pt idx="266">
                  <c:v>721</c:v>
                </c:pt>
                <c:pt idx="267">
                  <c:v>721</c:v>
                </c:pt>
                <c:pt idx="268">
                  <c:v>721</c:v>
                </c:pt>
                <c:pt idx="269">
                  <c:v>721</c:v>
                </c:pt>
                <c:pt idx="270">
                  <c:v>721</c:v>
                </c:pt>
                <c:pt idx="271">
                  <c:v>722</c:v>
                </c:pt>
                <c:pt idx="272">
                  <c:v>722</c:v>
                </c:pt>
                <c:pt idx="273">
                  <c:v>721</c:v>
                </c:pt>
                <c:pt idx="274">
                  <c:v>722</c:v>
                </c:pt>
                <c:pt idx="275">
                  <c:v>720</c:v>
                </c:pt>
                <c:pt idx="276">
                  <c:v>720</c:v>
                </c:pt>
                <c:pt idx="277">
                  <c:v>721</c:v>
                </c:pt>
                <c:pt idx="278">
                  <c:v>720</c:v>
                </c:pt>
                <c:pt idx="279">
                  <c:v>721</c:v>
                </c:pt>
                <c:pt idx="280">
                  <c:v>721</c:v>
                </c:pt>
                <c:pt idx="281">
                  <c:v>721</c:v>
                </c:pt>
                <c:pt idx="282">
                  <c:v>721</c:v>
                </c:pt>
                <c:pt idx="283">
                  <c:v>720</c:v>
                </c:pt>
                <c:pt idx="284">
                  <c:v>721</c:v>
                </c:pt>
                <c:pt idx="285">
                  <c:v>721</c:v>
                </c:pt>
                <c:pt idx="286">
                  <c:v>714</c:v>
                </c:pt>
                <c:pt idx="287">
                  <c:v>700</c:v>
                </c:pt>
                <c:pt idx="288">
                  <c:v>700</c:v>
                </c:pt>
                <c:pt idx="289">
                  <c:v>701</c:v>
                </c:pt>
                <c:pt idx="290">
                  <c:v>701</c:v>
                </c:pt>
                <c:pt idx="291">
                  <c:v>701</c:v>
                </c:pt>
                <c:pt idx="292">
                  <c:v>701</c:v>
                </c:pt>
                <c:pt idx="293">
                  <c:v>701</c:v>
                </c:pt>
                <c:pt idx="294">
                  <c:v>702</c:v>
                </c:pt>
                <c:pt idx="295">
                  <c:v>702</c:v>
                </c:pt>
                <c:pt idx="296">
                  <c:v>702</c:v>
                </c:pt>
                <c:pt idx="297">
                  <c:v>701</c:v>
                </c:pt>
                <c:pt idx="298">
                  <c:v>702</c:v>
                </c:pt>
                <c:pt idx="299">
                  <c:v>702</c:v>
                </c:pt>
                <c:pt idx="300">
                  <c:v>702</c:v>
                </c:pt>
                <c:pt idx="301">
                  <c:v>702</c:v>
                </c:pt>
                <c:pt idx="302">
                  <c:v>702</c:v>
                </c:pt>
                <c:pt idx="303">
                  <c:v>701</c:v>
                </c:pt>
                <c:pt idx="304">
                  <c:v>702</c:v>
                </c:pt>
                <c:pt idx="305">
                  <c:v>702</c:v>
                </c:pt>
                <c:pt idx="306">
                  <c:v>702</c:v>
                </c:pt>
                <c:pt idx="307">
                  <c:v>702</c:v>
                </c:pt>
                <c:pt idx="308">
                  <c:v>702</c:v>
                </c:pt>
                <c:pt idx="309">
                  <c:v>702</c:v>
                </c:pt>
                <c:pt idx="310">
                  <c:v>702</c:v>
                </c:pt>
                <c:pt idx="311">
                  <c:v>701</c:v>
                </c:pt>
                <c:pt idx="312">
                  <c:v>702</c:v>
                </c:pt>
                <c:pt idx="313">
                  <c:v>702</c:v>
                </c:pt>
                <c:pt idx="314">
                  <c:v>702</c:v>
                </c:pt>
                <c:pt idx="315">
                  <c:v>702</c:v>
                </c:pt>
                <c:pt idx="316">
                  <c:v>700</c:v>
                </c:pt>
                <c:pt idx="317">
                  <c:v>681</c:v>
                </c:pt>
                <c:pt idx="318">
                  <c:v>681</c:v>
                </c:pt>
                <c:pt idx="319">
                  <c:v>681</c:v>
                </c:pt>
                <c:pt idx="320">
                  <c:v>681</c:v>
                </c:pt>
                <c:pt idx="321">
                  <c:v>681</c:v>
                </c:pt>
                <c:pt idx="322">
                  <c:v>681</c:v>
                </c:pt>
                <c:pt idx="323">
                  <c:v>681</c:v>
                </c:pt>
                <c:pt idx="324">
                  <c:v>681</c:v>
                </c:pt>
                <c:pt idx="325">
                  <c:v>681</c:v>
                </c:pt>
                <c:pt idx="326">
                  <c:v>681</c:v>
                </c:pt>
                <c:pt idx="327">
                  <c:v>681</c:v>
                </c:pt>
                <c:pt idx="328">
                  <c:v>681</c:v>
                </c:pt>
                <c:pt idx="329">
                  <c:v>681</c:v>
                </c:pt>
                <c:pt idx="330">
                  <c:v>681</c:v>
                </c:pt>
                <c:pt idx="331">
                  <c:v>681</c:v>
                </c:pt>
                <c:pt idx="332">
                  <c:v>681</c:v>
                </c:pt>
                <c:pt idx="333">
                  <c:v>681</c:v>
                </c:pt>
                <c:pt idx="334">
                  <c:v>681</c:v>
                </c:pt>
                <c:pt idx="335">
                  <c:v>681</c:v>
                </c:pt>
                <c:pt idx="336">
                  <c:v>680</c:v>
                </c:pt>
                <c:pt idx="337">
                  <c:v>681</c:v>
                </c:pt>
                <c:pt idx="338">
                  <c:v>681</c:v>
                </c:pt>
                <c:pt idx="339">
                  <c:v>681</c:v>
                </c:pt>
                <c:pt idx="340">
                  <c:v>681</c:v>
                </c:pt>
                <c:pt idx="341">
                  <c:v>681</c:v>
                </c:pt>
                <c:pt idx="342">
                  <c:v>681</c:v>
                </c:pt>
                <c:pt idx="343">
                  <c:v>680</c:v>
                </c:pt>
                <c:pt idx="344">
                  <c:v>681</c:v>
                </c:pt>
                <c:pt idx="345">
                  <c:v>681</c:v>
                </c:pt>
                <c:pt idx="346">
                  <c:v>679</c:v>
                </c:pt>
                <c:pt idx="347">
                  <c:v>680</c:v>
                </c:pt>
                <c:pt idx="348">
                  <c:v>657</c:v>
                </c:pt>
                <c:pt idx="349">
                  <c:v>657</c:v>
                </c:pt>
                <c:pt idx="350">
                  <c:v>657</c:v>
                </c:pt>
                <c:pt idx="351">
                  <c:v>658</c:v>
                </c:pt>
                <c:pt idx="352">
                  <c:v>658</c:v>
                </c:pt>
                <c:pt idx="353">
                  <c:v>657</c:v>
                </c:pt>
                <c:pt idx="354">
                  <c:v>658</c:v>
                </c:pt>
                <c:pt idx="355">
                  <c:v>658</c:v>
                </c:pt>
                <c:pt idx="356">
                  <c:v>657</c:v>
                </c:pt>
                <c:pt idx="357">
                  <c:v>659</c:v>
                </c:pt>
                <c:pt idx="358">
                  <c:v>660</c:v>
                </c:pt>
                <c:pt idx="359">
                  <c:v>660</c:v>
                </c:pt>
                <c:pt idx="360">
                  <c:v>660</c:v>
                </c:pt>
                <c:pt idx="361">
                  <c:v>660</c:v>
                </c:pt>
                <c:pt idx="362">
                  <c:v>660</c:v>
                </c:pt>
                <c:pt idx="363">
                  <c:v>660</c:v>
                </c:pt>
                <c:pt idx="364">
                  <c:v>660</c:v>
                </c:pt>
                <c:pt idx="365">
                  <c:v>660</c:v>
                </c:pt>
                <c:pt idx="366">
                  <c:v>660</c:v>
                </c:pt>
                <c:pt idx="367">
                  <c:v>660</c:v>
                </c:pt>
                <c:pt idx="368">
                  <c:v>660</c:v>
                </c:pt>
                <c:pt idx="369">
                  <c:v>660</c:v>
                </c:pt>
                <c:pt idx="370">
                  <c:v>660</c:v>
                </c:pt>
                <c:pt idx="371">
                  <c:v>660</c:v>
                </c:pt>
                <c:pt idx="372">
                  <c:v>660</c:v>
                </c:pt>
                <c:pt idx="373">
                  <c:v>660</c:v>
                </c:pt>
                <c:pt idx="374">
                  <c:v>660</c:v>
                </c:pt>
                <c:pt idx="375">
                  <c:v>660</c:v>
                </c:pt>
                <c:pt idx="376">
                  <c:v>658</c:v>
                </c:pt>
                <c:pt idx="377">
                  <c:v>638</c:v>
                </c:pt>
                <c:pt idx="378">
                  <c:v>639</c:v>
                </c:pt>
                <c:pt idx="379">
                  <c:v>639</c:v>
                </c:pt>
                <c:pt idx="380">
                  <c:v>639</c:v>
                </c:pt>
                <c:pt idx="381">
                  <c:v>639</c:v>
                </c:pt>
                <c:pt idx="382">
                  <c:v>639</c:v>
                </c:pt>
                <c:pt idx="383">
                  <c:v>639</c:v>
                </c:pt>
                <c:pt idx="384">
                  <c:v>639</c:v>
                </c:pt>
                <c:pt idx="385">
                  <c:v>639</c:v>
                </c:pt>
                <c:pt idx="386">
                  <c:v>639</c:v>
                </c:pt>
                <c:pt idx="387">
                  <c:v>639</c:v>
                </c:pt>
                <c:pt idx="388">
                  <c:v>638</c:v>
                </c:pt>
                <c:pt idx="389">
                  <c:v>637</c:v>
                </c:pt>
                <c:pt idx="390">
                  <c:v>637</c:v>
                </c:pt>
                <c:pt idx="391">
                  <c:v>638</c:v>
                </c:pt>
                <c:pt idx="392">
                  <c:v>638</c:v>
                </c:pt>
                <c:pt idx="393">
                  <c:v>639</c:v>
                </c:pt>
                <c:pt idx="394">
                  <c:v>637</c:v>
                </c:pt>
                <c:pt idx="395">
                  <c:v>637</c:v>
                </c:pt>
                <c:pt idx="396">
                  <c:v>636</c:v>
                </c:pt>
                <c:pt idx="397">
                  <c:v>636</c:v>
                </c:pt>
                <c:pt idx="398">
                  <c:v>638</c:v>
                </c:pt>
                <c:pt idx="399">
                  <c:v>637</c:v>
                </c:pt>
                <c:pt idx="400">
                  <c:v>637</c:v>
                </c:pt>
                <c:pt idx="401">
                  <c:v>638</c:v>
                </c:pt>
                <c:pt idx="402">
                  <c:v>638</c:v>
                </c:pt>
                <c:pt idx="403">
                  <c:v>636</c:v>
                </c:pt>
                <c:pt idx="404">
                  <c:v>636</c:v>
                </c:pt>
                <c:pt idx="405">
                  <c:v>636</c:v>
                </c:pt>
                <c:pt idx="406">
                  <c:v>636</c:v>
                </c:pt>
                <c:pt idx="407">
                  <c:v>636</c:v>
                </c:pt>
                <c:pt idx="408">
                  <c:v>612</c:v>
                </c:pt>
                <c:pt idx="409">
                  <c:v>613</c:v>
                </c:pt>
                <c:pt idx="410">
                  <c:v>612</c:v>
                </c:pt>
                <c:pt idx="411">
                  <c:v>613</c:v>
                </c:pt>
                <c:pt idx="412">
                  <c:v>615</c:v>
                </c:pt>
                <c:pt idx="413">
                  <c:v>615</c:v>
                </c:pt>
                <c:pt idx="414">
                  <c:v>615</c:v>
                </c:pt>
                <c:pt idx="415">
                  <c:v>615</c:v>
                </c:pt>
                <c:pt idx="416">
                  <c:v>613</c:v>
                </c:pt>
                <c:pt idx="417">
                  <c:v>614</c:v>
                </c:pt>
                <c:pt idx="418">
                  <c:v>615</c:v>
                </c:pt>
                <c:pt idx="419">
                  <c:v>614</c:v>
                </c:pt>
                <c:pt idx="420">
                  <c:v>615</c:v>
                </c:pt>
                <c:pt idx="421">
                  <c:v>613</c:v>
                </c:pt>
                <c:pt idx="422">
                  <c:v>612</c:v>
                </c:pt>
                <c:pt idx="423">
                  <c:v>613</c:v>
                </c:pt>
                <c:pt idx="424">
                  <c:v>613</c:v>
                </c:pt>
                <c:pt idx="425">
                  <c:v>613</c:v>
                </c:pt>
                <c:pt idx="426">
                  <c:v>612</c:v>
                </c:pt>
                <c:pt idx="427">
                  <c:v>613</c:v>
                </c:pt>
                <c:pt idx="428">
                  <c:v>615</c:v>
                </c:pt>
                <c:pt idx="429">
                  <c:v>615</c:v>
                </c:pt>
                <c:pt idx="430">
                  <c:v>614</c:v>
                </c:pt>
                <c:pt idx="431">
                  <c:v>612</c:v>
                </c:pt>
                <c:pt idx="432">
                  <c:v>612</c:v>
                </c:pt>
                <c:pt idx="433">
                  <c:v>614</c:v>
                </c:pt>
                <c:pt idx="434">
                  <c:v>615</c:v>
                </c:pt>
                <c:pt idx="435">
                  <c:v>615</c:v>
                </c:pt>
                <c:pt idx="436">
                  <c:v>615</c:v>
                </c:pt>
                <c:pt idx="437">
                  <c:v>617</c:v>
                </c:pt>
                <c:pt idx="438">
                  <c:v>616</c:v>
                </c:pt>
                <c:pt idx="439">
                  <c:v>616</c:v>
                </c:pt>
                <c:pt idx="440">
                  <c:v>594</c:v>
                </c:pt>
                <c:pt idx="441">
                  <c:v>594</c:v>
                </c:pt>
                <c:pt idx="442">
                  <c:v>594</c:v>
                </c:pt>
                <c:pt idx="443">
                  <c:v>594</c:v>
                </c:pt>
                <c:pt idx="444">
                  <c:v>594</c:v>
                </c:pt>
                <c:pt idx="445">
                  <c:v>594</c:v>
                </c:pt>
                <c:pt idx="446">
                  <c:v>594</c:v>
                </c:pt>
                <c:pt idx="447">
                  <c:v>594</c:v>
                </c:pt>
                <c:pt idx="448">
                  <c:v>594</c:v>
                </c:pt>
                <c:pt idx="449">
                  <c:v>594</c:v>
                </c:pt>
                <c:pt idx="450">
                  <c:v>594</c:v>
                </c:pt>
                <c:pt idx="451">
                  <c:v>594</c:v>
                </c:pt>
                <c:pt idx="452">
                  <c:v>594</c:v>
                </c:pt>
                <c:pt idx="453">
                  <c:v>594</c:v>
                </c:pt>
                <c:pt idx="454">
                  <c:v>593</c:v>
                </c:pt>
                <c:pt idx="455">
                  <c:v>594</c:v>
                </c:pt>
                <c:pt idx="456">
                  <c:v>592</c:v>
                </c:pt>
                <c:pt idx="457">
                  <c:v>593</c:v>
                </c:pt>
                <c:pt idx="458">
                  <c:v>591</c:v>
                </c:pt>
                <c:pt idx="459">
                  <c:v>591</c:v>
                </c:pt>
                <c:pt idx="460">
                  <c:v>591</c:v>
                </c:pt>
                <c:pt idx="461">
                  <c:v>591</c:v>
                </c:pt>
                <c:pt idx="462">
                  <c:v>591</c:v>
                </c:pt>
                <c:pt idx="463">
                  <c:v>591</c:v>
                </c:pt>
                <c:pt idx="464">
                  <c:v>591</c:v>
                </c:pt>
                <c:pt idx="465">
                  <c:v>591</c:v>
                </c:pt>
                <c:pt idx="466">
                  <c:v>589</c:v>
                </c:pt>
                <c:pt idx="467">
                  <c:v>591</c:v>
                </c:pt>
                <c:pt idx="468">
                  <c:v>567</c:v>
                </c:pt>
                <c:pt idx="469">
                  <c:v>567</c:v>
                </c:pt>
                <c:pt idx="470">
                  <c:v>567</c:v>
                </c:pt>
                <c:pt idx="471">
                  <c:v>567</c:v>
                </c:pt>
                <c:pt idx="472">
                  <c:v>568</c:v>
                </c:pt>
                <c:pt idx="473">
                  <c:v>567</c:v>
                </c:pt>
                <c:pt idx="474">
                  <c:v>567</c:v>
                </c:pt>
                <c:pt idx="475">
                  <c:v>567</c:v>
                </c:pt>
                <c:pt idx="476">
                  <c:v>567</c:v>
                </c:pt>
                <c:pt idx="477">
                  <c:v>567</c:v>
                </c:pt>
                <c:pt idx="478">
                  <c:v>568</c:v>
                </c:pt>
                <c:pt idx="479">
                  <c:v>569</c:v>
                </c:pt>
                <c:pt idx="480">
                  <c:v>569</c:v>
                </c:pt>
                <c:pt idx="481">
                  <c:v>567</c:v>
                </c:pt>
                <c:pt idx="482">
                  <c:v>570</c:v>
                </c:pt>
                <c:pt idx="483">
                  <c:v>569</c:v>
                </c:pt>
                <c:pt idx="484">
                  <c:v>568</c:v>
                </c:pt>
                <c:pt idx="485">
                  <c:v>568</c:v>
                </c:pt>
                <c:pt idx="486">
                  <c:v>567</c:v>
                </c:pt>
                <c:pt idx="487">
                  <c:v>567</c:v>
                </c:pt>
                <c:pt idx="488">
                  <c:v>567</c:v>
                </c:pt>
                <c:pt idx="489">
                  <c:v>567</c:v>
                </c:pt>
                <c:pt idx="490">
                  <c:v>567</c:v>
                </c:pt>
                <c:pt idx="491">
                  <c:v>566</c:v>
                </c:pt>
                <c:pt idx="492">
                  <c:v>565</c:v>
                </c:pt>
                <c:pt idx="493">
                  <c:v>564</c:v>
                </c:pt>
                <c:pt idx="494">
                  <c:v>565</c:v>
                </c:pt>
                <c:pt idx="495">
                  <c:v>564</c:v>
                </c:pt>
                <c:pt idx="496">
                  <c:v>564</c:v>
                </c:pt>
                <c:pt idx="497">
                  <c:v>564</c:v>
                </c:pt>
                <c:pt idx="498">
                  <c:v>566</c:v>
                </c:pt>
                <c:pt idx="499">
                  <c:v>543</c:v>
                </c:pt>
                <c:pt idx="500">
                  <c:v>543</c:v>
                </c:pt>
                <c:pt idx="501">
                  <c:v>543</c:v>
                </c:pt>
                <c:pt idx="502">
                  <c:v>543</c:v>
                </c:pt>
                <c:pt idx="503">
                  <c:v>543</c:v>
                </c:pt>
                <c:pt idx="504">
                  <c:v>546</c:v>
                </c:pt>
                <c:pt idx="505">
                  <c:v>543</c:v>
                </c:pt>
                <c:pt idx="506">
                  <c:v>543</c:v>
                </c:pt>
                <c:pt idx="507">
                  <c:v>543</c:v>
                </c:pt>
                <c:pt idx="508">
                  <c:v>543</c:v>
                </c:pt>
                <c:pt idx="509">
                  <c:v>543</c:v>
                </c:pt>
                <c:pt idx="510">
                  <c:v>543</c:v>
                </c:pt>
                <c:pt idx="511">
                  <c:v>543</c:v>
                </c:pt>
                <c:pt idx="512">
                  <c:v>545</c:v>
                </c:pt>
                <c:pt idx="513">
                  <c:v>545</c:v>
                </c:pt>
                <c:pt idx="514">
                  <c:v>543</c:v>
                </c:pt>
                <c:pt idx="515">
                  <c:v>543</c:v>
                </c:pt>
                <c:pt idx="516">
                  <c:v>543</c:v>
                </c:pt>
                <c:pt idx="517">
                  <c:v>543</c:v>
                </c:pt>
                <c:pt idx="518">
                  <c:v>541</c:v>
                </c:pt>
                <c:pt idx="519">
                  <c:v>541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06E-48A9-BD24-8F2C837CF42F}"/>
            </c:ext>
          </c:extLst>
        </c:ser>
        <c:ser>
          <c:idx val="5"/>
          <c:order val="5"/>
          <c:tx>
            <c:strRef>
              <c:f>Sheet1!$R$1</c:f>
              <c:strCache>
                <c:ptCount val="1"/>
                <c:pt idx="0">
                  <c:v>cell6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Sheet1!$R$2:$R$521</c:f>
              <c:numCache>
                <c:formatCode>General</c:formatCode>
                <c:ptCount val="520"/>
                <c:pt idx="0">
                  <c:v>965</c:v>
                </c:pt>
                <c:pt idx="1">
                  <c:v>965</c:v>
                </c:pt>
                <c:pt idx="2">
                  <c:v>965</c:v>
                </c:pt>
                <c:pt idx="3">
                  <c:v>965</c:v>
                </c:pt>
                <c:pt idx="4">
                  <c:v>963</c:v>
                </c:pt>
                <c:pt idx="5">
                  <c:v>962</c:v>
                </c:pt>
                <c:pt idx="6">
                  <c:v>962</c:v>
                </c:pt>
                <c:pt idx="7">
                  <c:v>962</c:v>
                </c:pt>
                <c:pt idx="8">
                  <c:v>962</c:v>
                </c:pt>
                <c:pt idx="9">
                  <c:v>962</c:v>
                </c:pt>
                <c:pt idx="10">
                  <c:v>891</c:v>
                </c:pt>
                <c:pt idx="11">
                  <c:v>890</c:v>
                </c:pt>
                <c:pt idx="12">
                  <c:v>890</c:v>
                </c:pt>
                <c:pt idx="13">
                  <c:v>891</c:v>
                </c:pt>
                <c:pt idx="14">
                  <c:v>890</c:v>
                </c:pt>
                <c:pt idx="15">
                  <c:v>890</c:v>
                </c:pt>
                <c:pt idx="16">
                  <c:v>890</c:v>
                </c:pt>
                <c:pt idx="17">
                  <c:v>890</c:v>
                </c:pt>
                <c:pt idx="18">
                  <c:v>891</c:v>
                </c:pt>
                <c:pt idx="19">
                  <c:v>890</c:v>
                </c:pt>
                <c:pt idx="20">
                  <c:v>890</c:v>
                </c:pt>
                <c:pt idx="21">
                  <c:v>890</c:v>
                </c:pt>
                <c:pt idx="22">
                  <c:v>890</c:v>
                </c:pt>
                <c:pt idx="23">
                  <c:v>891</c:v>
                </c:pt>
                <c:pt idx="24">
                  <c:v>890</c:v>
                </c:pt>
                <c:pt idx="25">
                  <c:v>890</c:v>
                </c:pt>
                <c:pt idx="26">
                  <c:v>890</c:v>
                </c:pt>
                <c:pt idx="27">
                  <c:v>890</c:v>
                </c:pt>
                <c:pt idx="28">
                  <c:v>891</c:v>
                </c:pt>
                <c:pt idx="29">
                  <c:v>890</c:v>
                </c:pt>
                <c:pt idx="30">
                  <c:v>890</c:v>
                </c:pt>
                <c:pt idx="31">
                  <c:v>890</c:v>
                </c:pt>
                <c:pt idx="32">
                  <c:v>891</c:v>
                </c:pt>
                <c:pt idx="33">
                  <c:v>891</c:v>
                </c:pt>
                <c:pt idx="34">
                  <c:v>890</c:v>
                </c:pt>
                <c:pt idx="35">
                  <c:v>891</c:v>
                </c:pt>
                <c:pt idx="36">
                  <c:v>891</c:v>
                </c:pt>
                <c:pt idx="37">
                  <c:v>890</c:v>
                </c:pt>
                <c:pt idx="38">
                  <c:v>890</c:v>
                </c:pt>
                <c:pt idx="39">
                  <c:v>890</c:v>
                </c:pt>
                <c:pt idx="40">
                  <c:v>890</c:v>
                </c:pt>
                <c:pt idx="41">
                  <c:v>869</c:v>
                </c:pt>
                <c:pt idx="42">
                  <c:v>869</c:v>
                </c:pt>
                <c:pt idx="43">
                  <c:v>869</c:v>
                </c:pt>
                <c:pt idx="44">
                  <c:v>869</c:v>
                </c:pt>
                <c:pt idx="45">
                  <c:v>869</c:v>
                </c:pt>
                <c:pt idx="46">
                  <c:v>869</c:v>
                </c:pt>
                <c:pt idx="47">
                  <c:v>869</c:v>
                </c:pt>
                <c:pt idx="48">
                  <c:v>869</c:v>
                </c:pt>
                <c:pt idx="49">
                  <c:v>869</c:v>
                </c:pt>
                <c:pt idx="50">
                  <c:v>869</c:v>
                </c:pt>
                <c:pt idx="51">
                  <c:v>869</c:v>
                </c:pt>
                <c:pt idx="52">
                  <c:v>869</c:v>
                </c:pt>
                <c:pt idx="53">
                  <c:v>869</c:v>
                </c:pt>
                <c:pt idx="54">
                  <c:v>869</c:v>
                </c:pt>
                <c:pt idx="55">
                  <c:v>869</c:v>
                </c:pt>
                <c:pt idx="56">
                  <c:v>869</c:v>
                </c:pt>
                <c:pt idx="57">
                  <c:v>869</c:v>
                </c:pt>
                <c:pt idx="58">
                  <c:v>869</c:v>
                </c:pt>
                <c:pt idx="59">
                  <c:v>869</c:v>
                </c:pt>
                <c:pt idx="60">
                  <c:v>869</c:v>
                </c:pt>
                <c:pt idx="61">
                  <c:v>869</c:v>
                </c:pt>
                <c:pt idx="62">
                  <c:v>869</c:v>
                </c:pt>
                <c:pt idx="63">
                  <c:v>869</c:v>
                </c:pt>
                <c:pt idx="64">
                  <c:v>869</c:v>
                </c:pt>
                <c:pt idx="65">
                  <c:v>869</c:v>
                </c:pt>
                <c:pt idx="66">
                  <c:v>869</c:v>
                </c:pt>
                <c:pt idx="67">
                  <c:v>869</c:v>
                </c:pt>
                <c:pt idx="68">
                  <c:v>869</c:v>
                </c:pt>
                <c:pt idx="69">
                  <c:v>869</c:v>
                </c:pt>
                <c:pt idx="70">
                  <c:v>869</c:v>
                </c:pt>
                <c:pt idx="71">
                  <c:v>869</c:v>
                </c:pt>
                <c:pt idx="72">
                  <c:v>848</c:v>
                </c:pt>
                <c:pt idx="73">
                  <c:v>848</c:v>
                </c:pt>
                <c:pt idx="74">
                  <c:v>847</c:v>
                </c:pt>
                <c:pt idx="75">
                  <c:v>847</c:v>
                </c:pt>
                <c:pt idx="76">
                  <c:v>848</c:v>
                </c:pt>
                <c:pt idx="77">
                  <c:v>848</c:v>
                </c:pt>
                <c:pt idx="78">
                  <c:v>848</c:v>
                </c:pt>
                <c:pt idx="79">
                  <c:v>848</c:v>
                </c:pt>
                <c:pt idx="80">
                  <c:v>848</c:v>
                </c:pt>
                <c:pt idx="81">
                  <c:v>847</c:v>
                </c:pt>
                <c:pt idx="82">
                  <c:v>847</c:v>
                </c:pt>
                <c:pt idx="83">
                  <c:v>848</c:v>
                </c:pt>
                <c:pt idx="84">
                  <c:v>847</c:v>
                </c:pt>
                <c:pt idx="85">
                  <c:v>848</c:v>
                </c:pt>
                <c:pt idx="86">
                  <c:v>848</c:v>
                </c:pt>
                <c:pt idx="87">
                  <c:v>848</c:v>
                </c:pt>
                <c:pt idx="88">
                  <c:v>847</c:v>
                </c:pt>
                <c:pt idx="89">
                  <c:v>847</c:v>
                </c:pt>
                <c:pt idx="90">
                  <c:v>848</c:v>
                </c:pt>
                <c:pt idx="91">
                  <c:v>848</c:v>
                </c:pt>
                <c:pt idx="92">
                  <c:v>848</c:v>
                </c:pt>
                <c:pt idx="93">
                  <c:v>847</c:v>
                </c:pt>
                <c:pt idx="94">
                  <c:v>847</c:v>
                </c:pt>
                <c:pt idx="95">
                  <c:v>847</c:v>
                </c:pt>
                <c:pt idx="96">
                  <c:v>848</c:v>
                </c:pt>
                <c:pt idx="97">
                  <c:v>848</c:v>
                </c:pt>
                <c:pt idx="98">
                  <c:v>847</c:v>
                </c:pt>
                <c:pt idx="99">
                  <c:v>847</c:v>
                </c:pt>
                <c:pt idx="100">
                  <c:v>848</c:v>
                </c:pt>
                <c:pt idx="101">
                  <c:v>848</c:v>
                </c:pt>
                <c:pt idx="102">
                  <c:v>848</c:v>
                </c:pt>
                <c:pt idx="103">
                  <c:v>847</c:v>
                </c:pt>
                <c:pt idx="104">
                  <c:v>828</c:v>
                </c:pt>
                <c:pt idx="105">
                  <c:v>826</c:v>
                </c:pt>
                <c:pt idx="106">
                  <c:v>827</c:v>
                </c:pt>
                <c:pt idx="107">
                  <c:v>828</c:v>
                </c:pt>
                <c:pt idx="108">
                  <c:v>827</c:v>
                </c:pt>
                <c:pt idx="109">
                  <c:v>827</c:v>
                </c:pt>
                <c:pt idx="110">
                  <c:v>825</c:v>
                </c:pt>
                <c:pt idx="111">
                  <c:v>826</c:v>
                </c:pt>
                <c:pt idx="112">
                  <c:v>827</c:v>
                </c:pt>
                <c:pt idx="113">
                  <c:v>828</c:v>
                </c:pt>
                <c:pt idx="114">
                  <c:v>827</c:v>
                </c:pt>
                <c:pt idx="115">
                  <c:v>828</c:v>
                </c:pt>
                <c:pt idx="116">
                  <c:v>828</c:v>
                </c:pt>
                <c:pt idx="117">
                  <c:v>828</c:v>
                </c:pt>
                <c:pt idx="118">
                  <c:v>828</c:v>
                </c:pt>
                <c:pt idx="119">
                  <c:v>828</c:v>
                </c:pt>
                <c:pt idx="120">
                  <c:v>828</c:v>
                </c:pt>
                <c:pt idx="121">
                  <c:v>827</c:v>
                </c:pt>
                <c:pt idx="122">
                  <c:v>827</c:v>
                </c:pt>
                <c:pt idx="123">
                  <c:v>827</c:v>
                </c:pt>
                <c:pt idx="124">
                  <c:v>828</c:v>
                </c:pt>
                <c:pt idx="125">
                  <c:v>827</c:v>
                </c:pt>
                <c:pt idx="126">
                  <c:v>828</c:v>
                </c:pt>
                <c:pt idx="127">
                  <c:v>828</c:v>
                </c:pt>
                <c:pt idx="128">
                  <c:v>828</c:v>
                </c:pt>
                <c:pt idx="129">
                  <c:v>828</c:v>
                </c:pt>
                <c:pt idx="130">
                  <c:v>827</c:v>
                </c:pt>
                <c:pt idx="131">
                  <c:v>827</c:v>
                </c:pt>
                <c:pt idx="132">
                  <c:v>828</c:v>
                </c:pt>
                <c:pt idx="133">
                  <c:v>828</c:v>
                </c:pt>
                <c:pt idx="134">
                  <c:v>828</c:v>
                </c:pt>
                <c:pt idx="135">
                  <c:v>806</c:v>
                </c:pt>
                <c:pt idx="136">
                  <c:v>805</c:v>
                </c:pt>
                <c:pt idx="137">
                  <c:v>806</c:v>
                </c:pt>
                <c:pt idx="138">
                  <c:v>805</c:v>
                </c:pt>
                <c:pt idx="139">
                  <c:v>805</c:v>
                </c:pt>
                <c:pt idx="140">
                  <c:v>806</c:v>
                </c:pt>
                <c:pt idx="141">
                  <c:v>807</c:v>
                </c:pt>
                <c:pt idx="142">
                  <c:v>805</c:v>
                </c:pt>
                <c:pt idx="143">
                  <c:v>805</c:v>
                </c:pt>
                <c:pt idx="144">
                  <c:v>805</c:v>
                </c:pt>
                <c:pt idx="145">
                  <c:v>807</c:v>
                </c:pt>
                <c:pt idx="146">
                  <c:v>806</c:v>
                </c:pt>
                <c:pt idx="147">
                  <c:v>806</c:v>
                </c:pt>
                <c:pt idx="148">
                  <c:v>807</c:v>
                </c:pt>
                <c:pt idx="149">
                  <c:v>806</c:v>
                </c:pt>
                <c:pt idx="150">
                  <c:v>805</c:v>
                </c:pt>
                <c:pt idx="151">
                  <c:v>806</c:v>
                </c:pt>
                <c:pt idx="152">
                  <c:v>807</c:v>
                </c:pt>
                <c:pt idx="153">
                  <c:v>806</c:v>
                </c:pt>
                <c:pt idx="154">
                  <c:v>807</c:v>
                </c:pt>
                <c:pt idx="155">
                  <c:v>807</c:v>
                </c:pt>
                <c:pt idx="156">
                  <c:v>806</c:v>
                </c:pt>
                <c:pt idx="157">
                  <c:v>805</c:v>
                </c:pt>
                <c:pt idx="158">
                  <c:v>807</c:v>
                </c:pt>
                <c:pt idx="159">
                  <c:v>807</c:v>
                </c:pt>
                <c:pt idx="160">
                  <c:v>806</c:v>
                </c:pt>
                <c:pt idx="161">
                  <c:v>805</c:v>
                </c:pt>
                <c:pt idx="162">
                  <c:v>805</c:v>
                </c:pt>
                <c:pt idx="163">
                  <c:v>791</c:v>
                </c:pt>
                <c:pt idx="164">
                  <c:v>786</c:v>
                </c:pt>
                <c:pt idx="165">
                  <c:v>786</c:v>
                </c:pt>
                <c:pt idx="166">
                  <c:v>786</c:v>
                </c:pt>
                <c:pt idx="167">
                  <c:v>786</c:v>
                </c:pt>
                <c:pt idx="168">
                  <c:v>786</c:v>
                </c:pt>
                <c:pt idx="169">
                  <c:v>786</c:v>
                </c:pt>
                <c:pt idx="170">
                  <c:v>786</c:v>
                </c:pt>
                <c:pt idx="171">
                  <c:v>786</c:v>
                </c:pt>
                <c:pt idx="172">
                  <c:v>786</c:v>
                </c:pt>
                <c:pt idx="173">
                  <c:v>786</c:v>
                </c:pt>
                <c:pt idx="174">
                  <c:v>786</c:v>
                </c:pt>
                <c:pt idx="175">
                  <c:v>786</c:v>
                </c:pt>
                <c:pt idx="176">
                  <c:v>786</c:v>
                </c:pt>
                <c:pt idx="177">
                  <c:v>786</c:v>
                </c:pt>
                <c:pt idx="178">
                  <c:v>786</c:v>
                </c:pt>
                <c:pt idx="179">
                  <c:v>786</c:v>
                </c:pt>
                <c:pt idx="180">
                  <c:v>786</c:v>
                </c:pt>
                <c:pt idx="181">
                  <c:v>786</c:v>
                </c:pt>
                <c:pt idx="182">
                  <c:v>786</c:v>
                </c:pt>
                <c:pt idx="183">
                  <c:v>786</c:v>
                </c:pt>
                <c:pt idx="184">
                  <c:v>786</c:v>
                </c:pt>
                <c:pt idx="185">
                  <c:v>786</c:v>
                </c:pt>
                <c:pt idx="186">
                  <c:v>786</c:v>
                </c:pt>
                <c:pt idx="187">
                  <c:v>786</c:v>
                </c:pt>
                <c:pt idx="188">
                  <c:v>786</c:v>
                </c:pt>
                <c:pt idx="189">
                  <c:v>786</c:v>
                </c:pt>
                <c:pt idx="190">
                  <c:v>786</c:v>
                </c:pt>
                <c:pt idx="191">
                  <c:v>786</c:v>
                </c:pt>
                <c:pt idx="192">
                  <c:v>785</c:v>
                </c:pt>
                <c:pt idx="193">
                  <c:v>786</c:v>
                </c:pt>
                <c:pt idx="194">
                  <c:v>765</c:v>
                </c:pt>
                <c:pt idx="195">
                  <c:v>765</c:v>
                </c:pt>
                <c:pt idx="196">
                  <c:v>765</c:v>
                </c:pt>
                <c:pt idx="197">
                  <c:v>765</c:v>
                </c:pt>
                <c:pt idx="198">
                  <c:v>765</c:v>
                </c:pt>
                <c:pt idx="199">
                  <c:v>765</c:v>
                </c:pt>
                <c:pt idx="200">
                  <c:v>765</c:v>
                </c:pt>
                <c:pt idx="201">
                  <c:v>765</c:v>
                </c:pt>
                <c:pt idx="202">
                  <c:v>765</c:v>
                </c:pt>
                <c:pt idx="203">
                  <c:v>765</c:v>
                </c:pt>
                <c:pt idx="204">
                  <c:v>765</c:v>
                </c:pt>
                <c:pt idx="205">
                  <c:v>765</c:v>
                </c:pt>
                <c:pt idx="206">
                  <c:v>765</c:v>
                </c:pt>
                <c:pt idx="207">
                  <c:v>765</c:v>
                </c:pt>
                <c:pt idx="208">
                  <c:v>765</c:v>
                </c:pt>
                <c:pt idx="209">
                  <c:v>765</c:v>
                </c:pt>
                <c:pt idx="210">
                  <c:v>765</c:v>
                </c:pt>
                <c:pt idx="211">
                  <c:v>765</c:v>
                </c:pt>
                <c:pt idx="212">
                  <c:v>765</c:v>
                </c:pt>
                <c:pt idx="213">
                  <c:v>765</c:v>
                </c:pt>
                <c:pt idx="214">
                  <c:v>765</c:v>
                </c:pt>
                <c:pt idx="215">
                  <c:v>765</c:v>
                </c:pt>
                <c:pt idx="216">
                  <c:v>765</c:v>
                </c:pt>
                <c:pt idx="217">
                  <c:v>765</c:v>
                </c:pt>
                <c:pt idx="218">
                  <c:v>765</c:v>
                </c:pt>
                <c:pt idx="219">
                  <c:v>765</c:v>
                </c:pt>
                <c:pt idx="220">
                  <c:v>766</c:v>
                </c:pt>
                <c:pt idx="221">
                  <c:v>765</c:v>
                </c:pt>
                <c:pt idx="222">
                  <c:v>765</c:v>
                </c:pt>
                <c:pt idx="223">
                  <c:v>765</c:v>
                </c:pt>
                <c:pt idx="224">
                  <c:v>765</c:v>
                </c:pt>
                <c:pt idx="225">
                  <c:v>765</c:v>
                </c:pt>
                <c:pt idx="226">
                  <c:v>745</c:v>
                </c:pt>
                <c:pt idx="227">
                  <c:v>744</c:v>
                </c:pt>
                <c:pt idx="228">
                  <c:v>745</c:v>
                </c:pt>
                <c:pt idx="229">
                  <c:v>745</c:v>
                </c:pt>
                <c:pt idx="230">
                  <c:v>744</c:v>
                </c:pt>
                <c:pt idx="231">
                  <c:v>745</c:v>
                </c:pt>
                <c:pt idx="232">
                  <c:v>745</c:v>
                </c:pt>
                <c:pt idx="233">
                  <c:v>745</c:v>
                </c:pt>
                <c:pt idx="234">
                  <c:v>744</c:v>
                </c:pt>
                <c:pt idx="235">
                  <c:v>745</c:v>
                </c:pt>
                <c:pt idx="236">
                  <c:v>744</c:v>
                </c:pt>
                <c:pt idx="237">
                  <c:v>745</c:v>
                </c:pt>
                <c:pt idx="238">
                  <c:v>745</c:v>
                </c:pt>
                <c:pt idx="239">
                  <c:v>745</c:v>
                </c:pt>
                <c:pt idx="240">
                  <c:v>746</c:v>
                </c:pt>
                <c:pt idx="241">
                  <c:v>745</c:v>
                </c:pt>
                <c:pt idx="242">
                  <c:v>745</c:v>
                </c:pt>
                <c:pt idx="243">
                  <c:v>745</c:v>
                </c:pt>
                <c:pt idx="244">
                  <c:v>745</c:v>
                </c:pt>
                <c:pt idx="245">
                  <c:v>746</c:v>
                </c:pt>
                <c:pt idx="246">
                  <c:v>747</c:v>
                </c:pt>
                <c:pt idx="247">
                  <c:v>747</c:v>
                </c:pt>
                <c:pt idx="248">
                  <c:v>746</c:v>
                </c:pt>
                <c:pt idx="249">
                  <c:v>745</c:v>
                </c:pt>
                <c:pt idx="250">
                  <c:v>747</c:v>
                </c:pt>
                <c:pt idx="251">
                  <c:v>747</c:v>
                </c:pt>
                <c:pt idx="252">
                  <c:v>746</c:v>
                </c:pt>
                <c:pt idx="253">
                  <c:v>746</c:v>
                </c:pt>
                <c:pt idx="254">
                  <c:v>745</c:v>
                </c:pt>
                <c:pt idx="255">
                  <c:v>745</c:v>
                </c:pt>
                <c:pt idx="256">
                  <c:v>726</c:v>
                </c:pt>
                <c:pt idx="257">
                  <c:v>726</c:v>
                </c:pt>
                <c:pt idx="258">
                  <c:v>726</c:v>
                </c:pt>
                <c:pt idx="259">
                  <c:v>726</c:v>
                </c:pt>
                <c:pt idx="260">
                  <c:v>726</c:v>
                </c:pt>
                <c:pt idx="261">
                  <c:v>726</c:v>
                </c:pt>
                <c:pt idx="262">
                  <c:v>726</c:v>
                </c:pt>
                <c:pt idx="263">
                  <c:v>726</c:v>
                </c:pt>
                <c:pt idx="264">
                  <c:v>726</c:v>
                </c:pt>
                <c:pt idx="265">
                  <c:v>726</c:v>
                </c:pt>
                <c:pt idx="266">
                  <c:v>726</c:v>
                </c:pt>
                <c:pt idx="267">
                  <c:v>726</c:v>
                </c:pt>
                <c:pt idx="268">
                  <c:v>726</c:v>
                </c:pt>
                <c:pt idx="269">
                  <c:v>726</c:v>
                </c:pt>
                <c:pt idx="270">
                  <c:v>726</c:v>
                </c:pt>
                <c:pt idx="271">
                  <c:v>726</c:v>
                </c:pt>
                <c:pt idx="272">
                  <c:v>726</c:v>
                </c:pt>
                <c:pt idx="273">
                  <c:v>726</c:v>
                </c:pt>
                <c:pt idx="274">
                  <c:v>726</c:v>
                </c:pt>
                <c:pt idx="275">
                  <c:v>726</c:v>
                </c:pt>
                <c:pt idx="276">
                  <c:v>727</c:v>
                </c:pt>
                <c:pt idx="277">
                  <c:v>726</c:v>
                </c:pt>
                <c:pt idx="278">
                  <c:v>726</c:v>
                </c:pt>
                <c:pt idx="279">
                  <c:v>726</c:v>
                </c:pt>
                <c:pt idx="280">
                  <c:v>726</c:v>
                </c:pt>
                <c:pt idx="281">
                  <c:v>726</c:v>
                </c:pt>
                <c:pt idx="282">
                  <c:v>726</c:v>
                </c:pt>
                <c:pt idx="283">
                  <c:v>726</c:v>
                </c:pt>
                <c:pt idx="284">
                  <c:v>726</c:v>
                </c:pt>
                <c:pt idx="285">
                  <c:v>726</c:v>
                </c:pt>
                <c:pt idx="286">
                  <c:v>720</c:v>
                </c:pt>
                <c:pt idx="287">
                  <c:v>707</c:v>
                </c:pt>
                <c:pt idx="288">
                  <c:v>706</c:v>
                </c:pt>
                <c:pt idx="289">
                  <c:v>706</c:v>
                </c:pt>
                <c:pt idx="290">
                  <c:v>707</c:v>
                </c:pt>
                <c:pt idx="291">
                  <c:v>707</c:v>
                </c:pt>
                <c:pt idx="292">
                  <c:v>708</c:v>
                </c:pt>
                <c:pt idx="293">
                  <c:v>708</c:v>
                </c:pt>
                <c:pt idx="294">
                  <c:v>708</c:v>
                </c:pt>
                <c:pt idx="295">
                  <c:v>708</c:v>
                </c:pt>
                <c:pt idx="296">
                  <c:v>707</c:v>
                </c:pt>
                <c:pt idx="297">
                  <c:v>708</c:v>
                </c:pt>
                <c:pt idx="298">
                  <c:v>708</c:v>
                </c:pt>
                <c:pt idx="299">
                  <c:v>708</c:v>
                </c:pt>
                <c:pt idx="300">
                  <c:v>708</c:v>
                </c:pt>
                <c:pt idx="301">
                  <c:v>708</c:v>
                </c:pt>
                <c:pt idx="302">
                  <c:v>708</c:v>
                </c:pt>
                <c:pt idx="303">
                  <c:v>707</c:v>
                </c:pt>
                <c:pt idx="304">
                  <c:v>708</c:v>
                </c:pt>
                <c:pt idx="305">
                  <c:v>708</c:v>
                </c:pt>
                <c:pt idx="306">
                  <c:v>708</c:v>
                </c:pt>
                <c:pt idx="307">
                  <c:v>708</c:v>
                </c:pt>
                <c:pt idx="308">
                  <c:v>708</c:v>
                </c:pt>
                <c:pt idx="309">
                  <c:v>708</c:v>
                </c:pt>
                <c:pt idx="310">
                  <c:v>708</c:v>
                </c:pt>
                <c:pt idx="311">
                  <c:v>708</c:v>
                </c:pt>
                <c:pt idx="312">
                  <c:v>708</c:v>
                </c:pt>
                <c:pt idx="313">
                  <c:v>708</c:v>
                </c:pt>
                <c:pt idx="314">
                  <c:v>707</c:v>
                </c:pt>
                <c:pt idx="315">
                  <c:v>708</c:v>
                </c:pt>
                <c:pt idx="316">
                  <c:v>706</c:v>
                </c:pt>
                <c:pt idx="317">
                  <c:v>687</c:v>
                </c:pt>
                <c:pt idx="318">
                  <c:v>687</c:v>
                </c:pt>
                <c:pt idx="319">
                  <c:v>687</c:v>
                </c:pt>
                <c:pt idx="320">
                  <c:v>687</c:v>
                </c:pt>
                <c:pt idx="321">
                  <c:v>688</c:v>
                </c:pt>
                <c:pt idx="322">
                  <c:v>687</c:v>
                </c:pt>
                <c:pt idx="323">
                  <c:v>688</c:v>
                </c:pt>
                <c:pt idx="324">
                  <c:v>688</c:v>
                </c:pt>
                <c:pt idx="325">
                  <c:v>688</c:v>
                </c:pt>
                <c:pt idx="326">
                  <c:v>689</c:v>
                </c:pt>
                <c:pt idx="327">
                  <c:v>689</c:v>
                </c:pt>
                <c:pt idx="328">
                  <c:v>689</c:v>
                </c:pt>
                <c:pt idx="329">
                  <c:v>688</c:v>
                </c:pt>
                <c:pt idx="330">
                  <c:v>688</c:v>
                </c:pt>
                <c:pt idx="331">
                  <c:v>689</c:v>
                </c:pt>
                <c:pt idx="332">
                  <c:v>688</c:v>
                </c:pt>
                <c:pt idx="333">
                  <c:v>688</c:v>
                </c:pt>
                <c:pt idx="334">
                  <c:v>688</c:v>
                </c:pt>
                <c:pt idx="335">
                  <c:v>689</c:v>
                </c:pt>
                <c:pt idx="336">
                  <c:v>687</c:v>
                </c:pt>
                <c:pt idx="337">
                  <c:v>688</c:v>
                </c:pt>
                <c:pt idx="338">
                  <c:v>689</c:v>
                </c:pt>
                <c:pt idx="339">
                  <c:v>689</c:v>
                </c:pt>
                <c:pt idx="340">
                  <c:v>688</c:v>
                </c:pt>
                <c:pt idx="341">
                  <c:v>689</c:v>
                </c:pt>
                <c:pt idx="342">
                  <c:v>688</c:v>
                </c:pt>
                <c:pt idx="343">
                  <c:v>687</c:v>
                </c:pt>
                <c:pt idx="344">
                  <c:v>688</c:v>
                </c:pt>
                <c:pt idx="345">
                  <c:v>688</c:v>
                </c:pt>
                <c:pt idx="346">
                  <c:v>689</c:v>
                </c:pt>
                <c:pt idx="347">
                  <c:v>688</c:v>
                </c:pt>
                <c:pt idx="348">
                  <c:v>669</c:v>
                </c:pt>
                <c:pt idx="349">
                  <c:v>669</c:v>
                </c:pt>
                <c:pt idx="350">
                  <c:v>669</c:v>
                </c:pt>
                <c:pt idx="351">
                  <c:v>669</c:v>
                </c:pt>
                <c:pt idx="352">
                  <c:v>669</c:v>
                </c:pt>
                <c:pt idx="353">
                  <c:v>669</c:v>
                </c:pt>
                <c:pt idx="354">
                  <c:v>669</c:v>
                </c:pt>
                <c:pt idx="355">
                  <c:v>669</c:v>
                </c:pt>
                <c:pt idx="356">
                  <c:v>669</c:v>
                </c:pt>
                <c:pt idx="357">
                  <c:v>669</c:v>
                </c:pt>
                <c:pt idx="358">
                  <c:v>669</c:v>
                </c:pt>
                <c:pt idx="359">
                  <c:v>669</c:v>
                </c:pt>
                <c:pt idx="360">
                  <c:v>669</c:v>
                </c:pt>
                <c:pt idx="361">
                  <c:v>669</c:v>
                </c:pt>
                <c:pt idx="362">
                  <c:v>669</c:v>
                </c:pt>
                <c:pt idx="363">
                  <c:v>669</c:v>
                </c:pt>
                <c:pt idx="364">
                  <c:v>669</c:v>
                </c:pt>
                <c:pt idx="365">
                  <c:v>669</c:v>
                </c:pt>
                <c:pt idx="366">
                  <c:v>669</c:v>
                </c:pt>
                <c:pt idx="367">
                  <c:v>669</c:v>
                </c:pt>
                <c:pt idx="368">
                  <c:v>669</c:v>
                </c:pt>
                <c:pt idx="369">
                  <c:v>669</c:v>
                </c:pt>
                <c:pt idx="370">
                  <c:v>669</c:v>
                </c:pt>
                <c:pt idx="371">
                  <c:v>669</c:v>
                </c:pt>
                <c:pt idx="372">
                  <c:v>669</c:v>
                </c:pt>
                <c:pt idx="373">
                  <c:v>669</c:v>
                </c:pt>
                <c:pt idx="374">
                  <c:v>669</c:v>
                </c:pt>
                <c:pt idx="375">
                  <c:v>669</c:v>
                </c:pt>
                <c:pt idx="376">
                  <c:v>667</c:v>
                </c:pt>
                <c:pt idx="377">
                  <c:v>648</c:v>
                </c:pt>
                <c:pt idx="378">
                  <c:v>648</c:v>
                </c:pt>
                <c:pt idx="379">
                  <c:v>648</c:v>
                </c:pt>
                <c:pt idx="380">
                  <c:v>648</c:v>
                </c:pt>
                <c:pt idx="381">
                  <c:v>649</c:v>
                </c:pt>
                <c:pt idx="382">
                  <c:v>649</c:v>
                </c:pt>
                <c:pt idx="383">
                  <c:v>648</c:v>
                </c:pt>
                <c:pt idx="384">
                  <c:v>649</c:v>
                </c:pt>
                <c:pt idx="385">
                  <c:v>649</c:v>
                </c:pt>
                <c:pt idx="386">
                  <c:v>649</c:v>
                </c:pt>
                <c:pt idx="387">
                  <c:v>649</c:v>
                </c:pt>
                <c:pt idx="388">
                  <c:v>649</c:v>
                </c:pt>
                <c:pt idx="389">
                  <c:v>651</c:v>
                </c:pt>
                <c:pt idx="390">
                  <c:v>651</c:v>
                </c:pt>
                <c:pt idx="391">
                  <c:v>651</c:v>
                </c:pt>
                <c:pt idx="392">
                  <c:v>650</c:v>
                </c:pt>
                <c:pt idx="393">
                  <c:v>651</c:v>
                </c:pt>
                <c:pt idx="394">
                  <c:v>651</c:v>
                </c:pt>
                <c:pt idx="395">
                  <c:v>651</c:v>
                </c:pt>
                <c:pt idx="396">
                  <c:v>651</c:v>
                </c:pt>
                <c:pt idx="397">
                  <c:v>651</c:v>
                </c:pt>
                <c:pt idx="398">
                  <c:v>650</c:v>
                </c:pt>
                <c:pt idx="399">
                  <c:v>651</c:v>
                </c:pt>
                <c:pt idx="400">
                  <c:v>651</c:v>
                </c:pt>
                <c:pt idx="401">
                  <c:v>651</c:v>
                </c:pt>
                <c:pt idx="402">
                  <c:v>651</c:v>
                </c:pt>
                <c:pt idx="403">
                  <c:v>651</c:v>
                </c:pt>
                <c:pt idx="404">
                  <c:v>651</c:v>
                </c:pt>
                <c:pt idx="405">
                  <c:v>651</c:v>
                </c:pt>
                <c:pt idx="406">
                  <c:v>651</c:v>
                </c:pt>
                <c:pt idx="407">
                  <c:v>650</c:v>
                </c:pt>
                <c:pt idx="408">
                  <c:v>630</c:v>
                </c:pt>
                <c:pt idx="409">
                  <c:v>630</c:v>
                </c:pt>
                <c:pt idx="410">
                  <c:v>630</c:v>
                </c:pt>
                <c:pt idx="411">
                  <c:v>630</c:v>
                </c:pt>
                <c:pt idx="412">
                  <c:v>630</c:v>
                </c:pt>
                <c:pt idx="413">
                  <c:v>629</c:v>
                </c:pt>
                <c:pt idx="414">
                  <c:v>630</c:v>
                </c:pt>
                <c:pt idx="415">
                  <c:v>630</c:v>
                </c:pt>
                <c:pt idx="416">
                  <c:v>630</c:v>
                </c:pt>
                <c:pt idx="417">
                  <c:v>630</c:v>
                </c:pt>
                <c:pt idx="418">
                  <c:v>630</c:v>
                </c:pt>
                <c:pt idx="419">
                  <c:v>630</c:v>
                </c:pt>
                <c:pt idx="420">
                  <c:v>630</c:v>
                </c:pt>
                <c:pt idx="421">
                  <c:v>630</c:v>
                </c:pt>
                <c:pt idx="422">
                  <c:v>630</c:v>
                </c:pt>
                <c:pt idx="423">
                  <c:v>630</c:v>
                </c:pt>
                <c:pt idx="424">
                  <c:v>630</c:v>
                </c:pt>
                <c:pt idx="425">
                  <c:v>630</c:v>
                </c:pt>
                <c:pt idx="426">
                  <c:v>630</c:v>
                </c:pt>
                <c:pt idx="427">
                  <c:v>630</c:v>
                </c:pt>
                <c:pt idx="428">
                  <c:v>630</c:v>
                </c:pt>
                <c:pt idx="429">
                  <c:v>630</c:v>
                </c:pt>
                <c:pt idx="430">
                  <c:v>630</c:v>
                </c:pt>
                <c:pt idx="431">
                  <c:v>630</c:v>
                </c:pt>
                <c:pt idx="432">
                  <c:v>630</c:v>
                </c:pt>
                <c:pt idx="433">
                  <c:v>630</c:v>
                </c:pt>
                <c:pt idx="434">
                  <c:v>630</c:v>
                </c:pt>
                <c:pt idx="435">
                  <c:v>630</c:v>
                </c:pt>
                <c:pt idx="436">
                  <c:v>630</c:v>
                </c:pt>
                <c:pt idx="437">
                  <c:v>630</c:v>
                </c:pt>
                <c:pt idx="438">
                  <c:v>630</c:v>
                </c:pt>
                <c:pt idx="439">
                  <c:v>630</c:v>
                </c:pt>
                <c:pt idx="440">
                  <c:v>609</c:v>
                </c:pt>
                <c:pt idx="441">
                  <c:v>609</c:v>
                </c:pt>
                <c:pt idx="442">
                  <c:v>609</c:v>
                </c:pt>
                <c:pt idx="443">
                  <c:v>609</c:v>
                </c:pt>
                <c:pt idx="444">
                  <c:v>609</c:v>
                </c:pt>
                <c:pt idx="445">
                  <c:v>609</c:v>
                </c:pt>
                <c:pt idx="446">
                  <c:v>609</c:v>
                </c:pt>
                <c:pt idx="447">
                  <c:v>609</c:v>
                </c:pt>
                <c:pt idx="448">
                  <c:v>609</c:v>
                </c:pt>
                <c:pt idx="449">
                  <c:v>609</c:v>
                </c:pt>
                <c:pt idx="450">
                  <c:v>609</c:v>
                </c:pt>
                <c:pt idx="451">
                  <c:v>609</c:v>
                </c:pt>
                <c:pt idx="452">
                  <c:v>609</c:v>
                </c:pt>
                <c:pt idx="453">
                  <c:v>609</c:v>
                </c:pt>
                <c:pt idx="454">
                  <c:v>609</c:v>
                </c:pt>
                <c:pt idx="455">
                  <c:v>609</c:v>
                </c:pt>
                <c:pt idx="456">
                  <c:v>609</c:v>
                </c:pt>
                <c:pt idx="457">
                  <c:v>609</c:v>
                </c:pt>
                <c:pt idx="458">
                  <c:v>609</c:v>
                </c:pt>
                <c:pt idx="459">
                  <c:v>609</c:v>
                </c:pt>
                <c:pt idx="460">
                  <c:v>609</c:v>
                </c:pt>
                <c:pt idx="461">
                  <c:v>608</c:v>
                </c:pt>
                <c:pt idx="462">
                  <c:v>609</c:v>
                </c:pt>
                <c:pt idx="463">
                  <c:v>609</c:v>
                </c:pt>
                <c:pt idx="464">
                  <c:v>609</c:v>
                </c:pt>
                <c:pt idx="465">
                  <c:v>609</c:v>
                </c:pt>
                <c:pt idx="466">
                  <c:v>607</c:v>
                </c:pt>
                <c:pt idx="467">
                  <c:v>609</c:v>
                </c:pt>
                <c:pt idx="468">
                  <c:v>588</c:v>
                </c:pt>
                <c:pt idx="469">
                  <c:v>588</c:v>
                </c:pt>
                <c:pt idx="470">
                  <c:v>588</c:v>
                </c:pt>
                <c:pt idx="471">
                  <c:v>588</c:v>
                </c:pt>
                <c:pt idx="472">
                  <c:v>588</c:v>
                </c:pt>
                <c:pt idx="473">
                  <c:v>588</c:v>
                </c:pt>
                <c:pt idx="474">
                  <c:v>588</c:v>
                </c:pt>
                <c:pt idx="475">
                  <c:v>588</c:v>
                </c:pt>
                <c:pt idx="476">
                  <c:v>588</c:v>
                </c:pt>
                <c:pt idx="477">
                  <c:v>588</c:v>
                </c:pt>
                <c:pt idx="478">
                  <c:v>588</c:v>
                </c:pt>
                <c:pt idx="479">
                  <c:v>586</c:v>
                </c:pt>
                <c:pt idx="480">
                  <c:v>590</c:v>
                </c:pt>
                <c:pt idx="481">
                  <c:v>588</c:v>
                </c:pt>
                <c:pt idx="482">
                  <c:v>588</c:v>
                </c:pt>
                <c:pt idx="483">
                  <c:v>588</c:v>
                </c:pt>
                <c:pt idx="484">
                  <c:v>588</c:v>
                </c:pt>
                <c:pt idx="485">
                  <c:v>588</c:v>
                </c:pt>
                <c:pt idx="486">
                  <c:v>588</c:v>
                </c:pt>
                <c:pt idx="487">
                  <c:v>588</c:v>
                </c:pt>
                <c:pt idx="488">
                  <c:v>588</c:v>
                </c:pt>
                <c:pt idx="489">
                  <c:v>588</c:v>
                </c:pt>
                <c:pt idx="490">
                  <c:v>586</c:v>
                </c:pt>
                <c:pt idx="491">
                  <c:v>587</c:v>
                </c:pt>
                <c:pt idx="492">
                  <c:v>585</c:v>
                </c:pt>
                <c:pt idx="493">
                  <c:v>587</c:v>
                </c:pt>
                <c:pt idx="494">
                  <c:v>587</c:v>
                </c:pt>
                <c:pt idx="495">
                  <c:v>586</c:v>
                </c:pt>
                <c:pt idx="496">
                  <c:v>587</c:v>
                </c:pt>
                <c:pt idx="497">
                  <c:v>586</c:v>
                </c:pt>
                <c:pt idx="498">
                  <c:v>587</c:v>
                </c:pt>
                <c:pt idx="499">
                  <c:v>565</c:v>
                </c:pt>
                <c:pt idx="500">
                  <c:v>566</c:v>
                </c:pt>
                <c:pt idx="501">
                  <c:v>565</c:v>
                </c:pt>
                <c:pt idx="502">
                  <c:v>566</c:v>
                </c:pt>
                <c:pt idx="503">
                  <c:v>566</c:v>
                </c:pt>
                <c:pt idx="504">
                  <c:v>567</c:v>
                </c:pt>
                <c:pt idx="505">
                  <c:v>567</c:v>
                </c:pt>
                <c:pt idx="506">
                  <c:v>567</c:v>
                </c:pt>
                <c:pt idx="507">
                  <c:v>567</c:v>
                </c:pt>
                <c:pt idx="508">
                  <c:v>566</c:v>
                </c:pt>
                <c:pt idx="509">
                  <c:v>567</c:v>
                </c:pt>
                <c:pt idx="510">
                  <c:v>567</c:v>
                </c:pt>
                <c:pt idx="511">
                  <c:v>566</c:v>
                </c:pt>
                <c:pt idx="512">
                  <c:v>564</c:v>
                </c:pt>
                <c:pt idx="513">
                  <c:v>565</c:v>
                </c:pt>
                <c:pt idx="514">
                  <c:v>565</c:v>
                </c:pt>
                <c:pt idx="515">
                  <c:v>564</c:v>
                </c:pt>
                <c:pt idx="516">
                  <c:v>564</c:v>
                </c:pt>
                <c:pt idx="517">
                  <c:v>566</c:v>
                </c:pt>
                <c:pt idx="518">
                  <c:v>564</c:v>
                </c:pt>
                <c:pt idx="519">
                  <c:v>566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06E-48A9-BD24-8F2C837CF42F}"/>
            </c:ext>
          </c:extLst>
        </c:ser>
        <c:ser>
          <c:idx val="6"/>
          <c:order val="6"/>
          <c:tx>
            <c:strRef>
              <c:f>Sheet1!$S$1</c:f>
              <c:strCache>
                <c:ptCount val="1"/>
                <c:pt idx="0">
                  <c:v>cell7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Sheet1!$S$2:$S$521</c:f>
              <c:numCache>
                <c:formatCode>General</c:formatCode>
                <c:ptCount val="520"/>
                <c:pt idx="0">
                  <c:v>961</c:v>
                </c:pt>
                <c:pt idx="1">
                  <c:v>961</c:v>
                </c:pt>
                <c:pt idx="2">
                  <c:v>960</c:v>
                </c:pt>
                <c:pt idx="3">
                  <c:v>959</c:v>
                </c:pt>
                <c:pt idx="4">
                  <c:v>958</c:v>
                </c:pt>
                <c:pt idx="5">
                  <c:v>959</c:v>
                </c:pt>
                <c:pt idx="6">
                  <c:v>958</c:v>
                </c:pt>
                <c:pt idx="7">
                  <c:v>958</c:v>
                </c:pt>
                <c:pt idx="8">
                  <c:v>958</c:v>
                </c:pt>
                <c:pt idx="9">
                  <c:v>958</c:v>
                </c:pt>
                <c:pt idx="10">
                  <c:v>887</c:v>
                </c:pt>
                <c:pt idx="11">
                  <c:v>886</c:v>
                </c:pt>
                <c:pt idx="12">
                  <c:v>886</c:v>
                </c:pt>
                <c:pt idx="13">
                  <c:v>886</c:v>
                </c:pt>
                <c:pt idx="14">
                  <c:v>886</c:v>
                </c:pt>
                <c:pt idx="15">
                  <c:v>886</c:v>
                </c:pt>
                <c:pt idx="16">
                  <c:v>886</c:v>
                </c:pt>
                <c:pt idx="17">
                  <c:v>886</c:v>
                </c:pt>
                <c:pt idx="18">
                  <c:v>886</c:v>
                </c:pt>
                <c:pt idx="19">
                  <c:v>887</c:v>
                </c:pt>
                <c:pt idx="20">
                  <c:v>886</c:v>
                </c:pt>
                <c:pt idx="21">
                  <c:v>886</c:v>
                </c:pt>
                <c:pt idx="22">
                  <c:v>886</c:v>
                </c:pt>
                <c:pt idx="23">
                  <c:v>887</c:v>
                </c:pt>
                <c:pt idx="24">
                  <c:v>886</c:v>
                </c:pt>
                <c:pt idx="25">
                  <c:v>886</c:v>
                </c:pt>
                <c:pt idx="26">
                  <c:v>886</c:v>
                </c:pt>
                <c:pt idx="27">
                  <c:v>886</c:v>
                </c:pt>
                <c:pt idx="28">
                  <c:v>886</c:v>
                </c:pt>
                <c:pt idx="29">
                  <c:v>886</c:v>
                </c:pt>
                <c:pt idx="30">
                  <c:v>886</c:v>
                </c:pt>
                <c:pt idx="31">
                  <c:v>886</c:v>
                </c:pt>
                <c:pt idx="32">
                  <c:v>886</c:v>
                </c:pt>
                <c:pt idx="33">
                  <c:v>886</c:v>
                </c:pt>
                <c:pt idx="34">
                  <c:v>887</c:v>
                </c:pt>
                <c:pt idx="35">
                  <c:v>886</c:v>
                </c:pt>
                <c:pt idx="36">
                  <c:v>886</c:v>
                </c:pt>
                <c:pt idx="37">
                  <c:v>886</c:v>
                </c:pt>
                <c:pt idx="38">
                  <c:v>886</c:v>
                </c:pt>
                <c:pt idx="39">
                  <c:v>886</c:v>
                </c:pt>
                <c:pt idx="40">
                  <c:v>886</c:v>
                </c:pt>
                <c:pt idx="41">
                  <c:v>865</c:v>
                </c:pt>
                <c:pt idx="42">
                  <c:v>865</c:v>
                </c:pt>
                <c:pt idx="43">
                  <c:v>865</c:v>
                </c:pt>
                <c:pt idx="44">
                  <c:v>865</c:v>
                </c:pt>
                <c:pt idx="45">
                  <c:v>865</c:v>
                </c:pt>
                <c:pt idx="46">
                  <c:v>865</c:v>
                </c:pt>
                <c:pt idx="47">
                  <c:v>865</c:v>
                </c:pt>
                <c:pt idx="48">
                  <c:v>865</c:v>
                </c:pt>
                <c:pt idx="49">
                  <c:v>865</c:v>
                </c:pt>
                <c:pt idx="50">
                  <c:v>865</c:v>
                </c:pt>
                <c:pt idx="51">
                  <c:v>865</c:v>
                </c:pt>
                <c:pt idx="52">
                  <c:v>865</c:v>
                </c:pt>
                <c:pt idx="53">
                  <c:v>865</c:v>
                </c:pt>
                <c:pt idx="54">
                  <c:v>865</c:v>
                </c:pt>
                <c:pt idx="55">
                  <c:v>865</c:v>
                </c:pt>
                <c:pt idx="56">
                  <c:v>865</c:v>
                </c:pt>
                <c:pt idx="57">
                  <c:v>865</c:v>
                </c:pt>
                <c:pt idx="58">
                  <c:v>865</c:v>
                </c:pt>
                <c:pt idx="59">
                  <c:v>865</c:v>
                </c:pt>
                <c:pt idx="60">
                  <c:v>865</c:v>
                </c:pt>
                <c:pt idx="61">
                  <c:v>865</c:v>
                </c:pt>
                <c:pt idx="62">
                  <c:v>865</c:v>
                </c:pt>
                <c:pt idx="63">
                  <c:v>865</c:v>
                </c:pt>
                <c:pt idx="64">
                  <c:v>865</c:v>
                </c:pt>
                <c:pt idx="65">
                  <c:v>865</c:v>
                </c:pt>
                <c:pt idx="66">
                  <c:v>865</c:v>
                </c:pt>
                <c:pt idx="67">
                  <c:v>865</c:v>
                </c:pt>
                <c:pt idx="68">
                  <c:v>865</c:v>
                </c:pt>
                <c:pt idx="69">
                  <c:v>865</c:v>
                </c:pt>
                <c:pt idx="70">
                  <c:v>865</c:v>
                </c:pt>
                <c:pt idx="71">
                  <c:v>865</c:v>
                </c:pt>
                <c:pt idx="72">
                  <c:v>844</c:v>
                </c:pt>
                <c:pt idx="73">
                  <c:v>844</c:v>
                </c:pt>
                <c:pt idx="74">
                  <c:v>844</c:v>
                </c:pt>
                <c:pt idx="75">
                  <c:v>844</c:v>
                </c:pt>
                <c:pt idx="76">
                  <c:v>843</c:v>
                </c:pt>
                <c:pt idx="77">
                  <c:v>844</c:v>
                </c:pt>
                <c:pt idx="78">
                  <c:v>844</c:v>
                </c:pt>
                <c:pt idx="79">
                  <c:v>844</c:v>
                </c:pt>
                <c:pt idx="80">
                  <c:v>844</c:v>
                </c:pt>
                <c:pt idx="81">
                  <c:v>844</c:v>
                </c:pt>
                <c:pt idx="82">
                  <c:v>844</c:v>
                </c:pt>
                <c:pt idx="83">
                  <c:v>843</c:v>
                </c:pt>
                <c:pt idx="84">
                  <c:v>844</c:v>
                </c:pt>
                <c:pt idx="85">
                  <c:v>844</c:v>
                </c:pt>
                <c:pt idx="86">
                  <c:v>844</c:v>
                </c:pt>
                <c:pt idx="87">
                  <c:v>844</c:v>
                </c:pt>
                <c:pt idx="88">
                  <c:v>843</c:v>
                </c:pt>
                <c:pt idx="89">
                  <c:v>844</c:v>
                </c:pt>
                <c:pt idx="90">
                  <c:v>844</c:v>
                </c:pt>
                <c:pt idx="91">
                  <c:v>844</c:v>
                </c:pt>
                <c:pt idx="92">
                  <c:v>844</c:v>
                </c:pt>
                <c:pt idx="93">
                  <c:v>844</c:v>
                </c:pt>
                <c:pt idx="94">
                  <c:v>843</c:v>
                </c:pt>
                <c:pt idx="95">
                  <c:v>844</c:v>
                </c:pt>
                <c:pt idx="96">
                  <c:v>844</c:v>
                </c:pt>
                <c:pt idx="97">
                  <c:v>843</c:v>
                </c:pt>
                <c:pt idx="98">
                  <c:v>843</c:v>
                </c:pt>
                <c:pt idx="99">
                  <c:v>844</c:v>
                </c:pt>
                <c:pt idx="100">
                  <c:v>844</c:v>
                </c:pt>
                <c:pt idx="101">
                  <c:v>844</c:v>
                </c:pt>
                <c:pt idx="102">
                  <c:v>844</c:v>
                </c:pt>
                <c:pt idx="103">
                  <c:v>843</c:v>
                </c:pt>
                <c:pt idx="104">
                  <c:v>822</c:v>
                </c:pt>
                <c:pt idx="105">
                  <c:v>822</c:v>
                </c:pt>
                <c:pt idx="106">
                  <c:v>822</c:v>
                </c:pt>
                <c:pt idx="107">
                  <c:v>822</c:v>
                </c:pt>
                <c:pt idx="108">
                  <c:v>822</c:v>
                </c:pt>
                <c:pt idx="109">
                  <c:v>821</c:v>
                </c:pt>
                <c:pt idx="110">
                  <c:v>821</c:v>
                </c:pt>
                <c:pt idx="111">
                  <c:v>822</c:v>
                </c:pt>
                <c:pt idx="112">
                  <c:v>821</c:v>
                </c:pt>
                <c:pt idx="113">
                  <c:v>822</c:v>
                </c:pt>
                <c:pt idx="114">
                  <c:v>821</c:v>
                </c:pt>
                <c:pt idx="115">
                  <c:v>823</c:v>
                </c:pt>
                <c:pt idx="116">
                  <c:v>821</c:v>
                </c:pt>
                <c:pt idx="117">
                  <c:v>822</c:v>
                </c:pt>
                <c:pt idx="118">
                  <c:v>822</c:v>
                </c:pt>
                <c:pt idx="119">
                  <c:v>822</c:v>
                </c:pt>
                <c:pt idx="120">
                  <c:v>821</c:v>
                </c:pt>
                <c:pt idx="121">
                  <c:v>822</c:v>
                </c:pt>
                <c:pt idx="122">
                  <c:v>821</c:v>
                </c:pt>
                <c:pt idx="123">
                  <c:v>822</c:v>
                </c:pt>
                <c:pt idx="124">
                  <c:v>821</c:v>
                </c:pt>
                <c:pt idx="125">
                  <c:v>823</c:v>
                </c:pt>
                <c:pt idx="126">
                  <c:v>822</c:v>
                </c:pt>
                <c:pt idx="127">
                  <c:v>822</c:v>
                </c:pt>
                <c:pt idx="128">
                  <c:v>821</c:v>
                </c:pt>
                <c:pt idx="129">
                  <c:v>822</c:v>
                </c:pt>
                <c:pt idx="130">
                  <c:v>822</c:v>
                </c:pt>
                <c:pt idx="131">
                  <c:v>822</c:v>
                </c:pt>
                <c:pt idx="132">
                  <c:v>822</c:v>
                </c:pt>
                <c:pt idx="133">
                  <c:v>822</c:v>
                </c:pt>
                <c:pt idx="134">
                  <c:v>823</c:v>
                </c:pt>
                <c:pt idx="135">
                  <c:v>801</c:v>
                </c:pt>
                <c:pt idx="136">
                  <c:v>800</c:v>
                </c:pt>
                <c:pt idx="137">
                  <c:v>800</c:v>
                </c:pt>
                <c:pt idx="138">
                  <c:v>801</c:v>
                </c:pt>
                <c:pt idx="139">
                  <c:v>802</c:v>
                </c:pt>
                <c:pt idx="140">
                  <c:v>801</c:v>
                </c:pt>
                <c:pt idx="141">
                  <c:v>801</c:v>
                </c:pt>
                <c:pt idx="142">
                  <c:v>801</c:v>
                </c:pt>
                <c:pt idx="143">
                  <c:v>800</c:v>
                </c:pt>
                <c:pt idx="144">
                  <c:v>800</c:v>
                </c:pt>
                <c:pt idx="145">
                  <c:v>800</c:v>
                </c:pt>
                <c:pt idx="146">
                  <c:v>801</c:v>
                </c:pt>
                <c:pt idx="147">
                  <c:v>802</c:v>
                </c:pt>
                <c:pt idx="148">
                  <c:v>800</c:v>
                </c:pt>
                <c:pt idx="149">
                  <c:v>800</c:v>
                </c:pt>
                <c:pt idx="150">
                  <c:v>802</c:v>
                </c:pt>
                <c:pt idx="151">
                  <c:v>801</c:v>
                </c:pt>
                <c:pt idx="152">
                  <c:v>801</c:v>
                </c:pt>
                <c:pt idx="153">
                  <c:v>801</c:v>
                </c:pt>
                <c:pt idx="154">
                  <c:v>801</c:v>
                </c:pt>
                <c:pt idx="155">
                  <c:v>801</c:v>
                </c:pt>
                <c:pt idx="156">
                  <c:v>800</c:v>
                </c:pt>
                <c:pt idx="157">
                  <c:v>802</c:v>
                </c:pt>
                <c:pt idx="158">
                  <c:v>800</c:v>
                </c:pt>
                <c:pt idx="159">
                  <c:v>801</c:v>
                </c:pt>
                <c:pt idx="160">
                  <c:v>801</c:v>
                </c:pt>
                <c:pt idx="161">
                  <c:v>801</c:v>
                </c:pt>
                <c:pt idx="162">
                  <c:v>801</c:v>
                </c:pt>
                <c:pt idx="163">
                  <c:v>787</c:v>
                </c:pt>
                <c:pt idx="164">
                  <c:v>779</c:v>
                </c:pt>
                <c:pt idx="165">
                  <c:v>779</c:v>
                </c:pt>
                <c:pt idx="166">
                  <c:v>780</c:v>
                </c:pt>
                <c:pt idx="167">
                  <c:v>780</c:v>
                </c:pt>
                <c:pt idx="168">
                  <c:v>780</c:v>
                </c:pt>
                <c:pt idx="169">
                  <c:v>781</c:v>
                </c:pt>
                <c:pt idx="170">
                  <c:v>780</c:v>
                </c:pt>
                <c:pt idx="171">
                  <c:v>780</c:v>
                </c:pt>
                <c:pt idx="172">
                  <c:v>780</c:v>
                </c:pt>
                <c:pt idx="173">
                  <c:v>780</c:v>
                </c:pt>
                <c:pt idx="174">
                  <c:v>780</c:v>
                </c:pt>
                <c:pt idx="175">
                  <c:v>780</c:v>
                </c:pt>
                <c:pt idx="176">
                  <c:v>780</c:v>
                </c:pt>
                <c:pt idx="177">
                  <c:v>780</c:v>
                </c:pt>
                <c:pt idx="178">
                  <c:v>780</c:v>
                </c:pt>
                <c:pt idx="179">
                  <c:v>780</c:v>
                </c:pt>
                <c:pt idx="180">
                  <c:v>781</c:v>
                </c:pt>
                <c:pt idx="181">
                  <c:v>780</c:v>
                </c:pt>
                <c:pt idx="182">
                  <c:v>780</c:v>
                </c:pt>
                <c:pt idx="183">
                  <c:v>781</c:v>
                </c:pt>
                <c:pt idx="184">
                  <c:v>780</c:v>
                </c:pt>
                <c:pt idx="185">
                  <c:v>779</c:v>
                </c:pt>
                <c:pt idx="186">
                  <c:v>780</c:v>
                </c:pt>
                <c:pt idx="187">
                  <c:v>780</c:v>
                </c:pt>
                <c:pt idx="188">
                  <c:v>780</c:v>
                </c:pt>
                <c:pt idx="189">
                  <c:v>780</c:v>
                </c:pt>
                <c:pt idx="190">
                  <c:v>780</c:v>
                </c:pt>
                <c:pt idx="191">
                  <c:v>780</c:v>
                </c:pt>
                <c:pt idx="192">
                  <c:v>779</c:v>
                </c:pt>
                <c:pt idx="193">
                  <c:v>780</c:v>
                </c:pt>
                <c:pt idx="194">
                  <c:v>760</c:v>
                </c:pt>
                <c:pt idx="195">
                  <c:v>759</c:v>
                </c:pt>
                <c:pt idx="196">
                  <c:v>760</c:v>
                </c:pt>
                <c:pt idx="197">
                  <c:v>760</c:v>
                </c:pt>
                <c:pt idx="198">
                  <c:v>760</c:v>
                </c:pt>
                <c:pt idx="199">
                  <c:v>760</c:v>
                </c:pt>
                <c:pt idx="200">
                  <c:v>760</c:v>
                </c:pt>
                <c:pt idx="201">
                  <c:v>760</c:v>
                </c:pt>
                <c:pt idx="202">
                  <c:v>761</c:v>
                </c:pt>
                <c:pt idx="203">
                  <c:v>760</c:v>
                </c:pt>
                <c:pt idx="204">
                  <c:v>761</c:v>
                </c:pt>
                <c:pt idx="205">
                  <c:v>761</c:v>
                </c:pt>
                <c:pt idx="206">
                  <c:v>761</c:v>
                </c:pt>
                <c:pt idx="207">
                  <c:v>761</c:v>
                </c:pt>
                <c:pt idx="208">
                  <c:v>761</c:v>
                </c:pt>
                <c:pt idx="209">
                  <c:v>760</c:v>
                </c:pt>
                <c:pt idx="210">
                  <c:v>761</c:v>
                </c:pt>
                <c:pt idx="211">
                  <c:v>761</c:v>
                </c:pt>
                <c:pt idx="212">
                  <c:v>760</c:v>
                </c:pt>
                <c:pt idx="213">
                  <c:v>761</c:v>
                </c:pt>
                <c:pt idx="214">
                  <c:v>760</c:v>
                </c:pt>
                <c:pt idx="215">
                  <c:v>761</c:v>
                </c:pt>
                <c:pt idx="216">
                  <c:v>761</c:v>
                </c:pt>
                <c:pt idx="217">
                  <c:v>761</c:v>
                </c:pt>
                <c:pt idx="218">
                  <c:v>761</c:v>
                </c:pt>
                <c:pt idx="219">
                  <c:v>760</c:v>
                </c:pt>
                <c:pt idx="220">
                  <c:v>761</c:v>
                </c:pt>
                <c:pt idx="221">
                  <c:v>761</c:v>
                </c:pt>
                <c:pt idx="222">
                  <c:v>761</c:v>
                </c:pt>
                <c:pt idx="223">
                  <c:v>761</c:v>
                </c:pt>
                <c:pt idx="224">
                  <c:v>761</c:v>
                </c:pt>
                <c:pt idx="225">
                  <c:v>761</c:v>
                </c:pt>
                <c:pt idx="226">
                  <c:v>740</c:v>
                </c:pt>
                <c:pt idx="227">
                  <c:v>740</c:v>
                </c:pt>
                <c:pt idx="228">
                  <c:v>740</c:v>
                </c:pt>
                <c:pt idx="229">
                  <c:v>740</c:v>
                </c:pt>
                <c:pt idx="230">
                  <c:v>740</c:v>
                </c:pt>
                <c:pt idx="231">
                  <c:v>740</c:v>
                </c:pt>
                <c:pt idx="232">
                  <c:v>740</c:v>
                </c:pt>
                <c:pt idx="233">
                  <c:v>740</c:v>
                </c:pt>
                <c:pt idx="234">
                  <c:v>740</c:v>
                </c:pt>
                <c:pt idx="235">
                  <c:v>740</c:v>
                </c:pt>
                <c:pt idx="236">
                  <c:v>740</c:v>
                </c:pt>
                <c:pt idx="237">
                  <c:v>740</c:v>
                </c:pt>
                <c:pt idx="238">
                  <c:v>740</c:v>
                </c:pt>
                <c:pt idx="239">
                  <c:v>740</c:v>
                </c:pt>
                <c:pt idx="240">
                  <c:v>740</c:v>
                </c:pt>
                <c:pt idx="241">
                  <c:v>740</c:v>
                </c:pt>
                <c:pt idx="242">
                  <c:v>740</c:v>
                </c:pt>
                <c:pt idx="243">
                  <c:v>740</c:v>
                </c:pt>
                <c:pt idx="244">
                  <c:v>740</c:v>
                </c:pt>
                <c:pt idx="245">
                  <c:v>740</c:v>
                </c:pt>
                <c:pt idx="246">
                  <c:v>740</c:v>
                </c:pt>
                <c:pt idx="247">
                  <c:v>740</c:v>
                </c:pt>
                <c:pt idx="248">
                  <c:v>740</c:v>
                </c:pt>
                <c:pt idx="249">
                  <c:v>740</c:v>
                </c:pt>
                <c:pt idx="250">
                  <c:v>740</c:v>
                </c:pt>
                <c:pt idx="251">
                  <c:v>740</c:v>
                </c:pt>
                <c:pt idx="252">
                  <c:v>740</c:v>
                </c:pt>
                <c:pt idx="253">
                  <c:v>740</c:v>
                </c:pt>
                <c:pt idx="254">
                  <c:v>740</c:v>
                </c:pt>
                <c:pt idx="255">
                  <c:v>740</c:v>
                </c:pt>
                <c:pt idx="256">
                  <c:v>719</c:v>
                </c:pt>
                <c:pt idx="257">
                  <c:v>720</c:v>
                </c:pt>
                <c:pt idx="258">
                  <c:v>719</c:v>
                </c:pt>
                <c:pt idx="259">
                  <c:v>719</c:v>
                </c:pt>
                <c:pt idx="260">
                  <c:v>719</c:v>
                </c:pt>
                <c:pt idx="261">
                  <c:v>719</c:v>
                </c:pt>
                <c:pt idx="262">
                  <c:v>719</c:v>
                </c:pt>
                <c:pt idx="263">
                  <c:v>720</c:v>
                </c:pt>
                <c:pt idx="264">
                  <c:v>720</c:v>
                </c:pt>
                <c:pt idx="265">
                  <c:v>720</c:v>
                </c:pt>
                <c:pt idx="266">
                  <c:v>720</c:v>
                </c:pt>
                <c:pt idx="267">
                  <c:v>720</c:v>
                </c:pt>
                <c:pt idx="268">
                  <c:v>720</c:v>
                </c:pt>
                <c:pt idx="269">
                  <c:v>720</c:v>
                </c:pt>
                <c:pt idx="270">
                  <c:v>720</c:v>
                </c:pt>
                <c:pt idx="271">
                  <c:v>721</c:v>
                </c:pt>
                <c:pt idx="272">
                  <c:v>720</c:v>
                </c:pt>
                <c:pt idx="273">
                  <c:v>720</c:v>
                </c:pt>
                <c:pt idx="274">
                  <c:v>720</c:v>
                </c:pt>
                <c:pt idx="275">
                  <c:v>721</c:v>
                </c:pt>
                <c:pt idx="276">
                  <c:v>719</c:v>
                </c:pt>
                <c:pt idx="277">
                  <c:v>720</c:v>
                </c:pt>
                <c:pt idx="278">
                  <c:v>719</c:v>
                </c:pt>
                <c:pt idx="279">
                  <c:v>720</c:v>
                </c:pt>
                <c:pt idx="280">
                  <c:v>719</c:v>
                </c:pt>
                <c:pt idx="281">
                  <c:v>720</c:v>
                </c:pt>
                <c:pt idx="282">
                  <c:v>719</c:v>
                </c:pt>
                <c:pt idx="283">
                  <c:v>720</c:v>
                </c:pt>
                <c:pt idx="284">
                  <c:v>720</c:v>
                </c:pt>
                <c:pt idx="285">
                  <c:v>719</c:v>
                </c:pt>
                <c:pt idx="286">
                  <c:v>713</c:v>
                </c:pt>
                <c:pt idx="287">
                  <c:v>699</c:v>
                </c:pt>
                <c:pt idx="288">
                  <c:v>701</c:v>
                </c:pt>
                <c:pt idx="289">
                  <c:v>701</c:v>
                </c:pt>
                <c:pt idx="290">
                  <c:v>701</c:v>
                </c:pt>
                <c:pt idx="291">
                  <c:v>701</c:v>
                </c:pt>
                <c:pt idx="292">
                  <c:v>701</c:v>
                </c:pt>
                <c:pt idx="293">
                  <c:v>701</c:v>
                </c:pt>
                <c:pt idx="294">
                  <c:v>701</c:v>
                </c:pt>
                <c:pt idx="295">
                  <c:v>701</c:v>
                </c:pt>
                <c:pt idx="296">
                  <c:v>701</c:v>
                </c:pt>
                <c:pt idx="297">
                  <c:v>701</c:v>
                </c:pt>
                <c:pt idx="298">
                  <c:v>701</c:v>
                </c:pt>
                <c:pt idx="299">
                  <c:v>701</c:v>
                </c:pt>
                <c:pt idx="300">
                  <c:v>701</c:v>
                </c:pt>
                <c:pt idx="301">
                  <c:v>701</c:v>
                </c:pt>
                <c:pt idx="302">
                  <c:v>701</c:v>
                </c:pt>
                <c:pt idx="303">
                  <c:v>701</c:v>
                </c:pt>
                <c:pt idx="304">
                  <c:v>701</c:v>
                </c:pt>
                <c:pt idx="305">
                  <c:v>701</c:v>
                </c:pt>
                <c:pt idx="306">
                  <c:v>701</c:v>
                </c:pt>
                <c:pt idx="307">
                  <c:v>701</c:v>
                </c:pt>
                <c:pt idx="308">
                  <c:v>701</c:v>
                </c:pt>
                <c:pt idx="309">
                  <c:v>701</c:v>
                </c:pt>
                <c:pt idx="310">
                  <c:v>701</c:v>
                </c:pt>
                <c:pt idx="311">
                  <c:v>701</c:v>
                </c:pt>
                <c:pt idx="312">
                  <c:v>701</c:v>
                </c:pt>
                <c:pt idx="313">
                  <c:v>701</c:v>
                </c:pt>
                <c:pt idx="314">
                  <c:v>701</c:v>
                </c:pt>
                <c:pt idx="315">
                  <c:v>701</c:v>
                </c:pt>
                <c:pt idx="316">
                  <c:v>698</c:v>
                </c:pt>
                <c:pt idx="317">
                  <c:v>680</c:v>
                </c:pt>
                <c:pt idx="318">
                  <c:v>680</c:v>
                </c:pt>
                <c:pt idx="319">
                  <c:v>680</c:v>
                </c:pt>
                <c:pt idx="320">
                  <c:v>680</c:v>
                </c:pt>
                <c:pt idx="321">
                  <c:v>680</c:v>
                </c:pt>
                <c:pt idx="322">
                  <c:v>680</c:v>
                </c:pt>
                <c:pt idx="323">
                  <c:v>680</c:v>
                </c:pt>
                <c:pt idx="324">
                  <c:v>680</c:v>
                </c:pt>
                <c:pt idx="325">
                  <c:v>680</c:v>
                </c:pt>
                <c:pt idx="326">
                  <c:v>680</c:v>
                </c:pt>
                <c:pt idx="327">
                  <c:v>680</c:v>
                </c:pt>
                <c:pt idx="328">
                  <c:v>680</c:v>
                </c:pt>
                <c:pt idx="329">
                  <c:v>680</c:v>
                </c:pt>
                <c:pt idx="330">
                  <c:v>680</c:v>
                </c:pt>
                <c:pt idx="331">
                  <c:v>680</c:v>
                </c:pt>
                <c:pt idx="332">
                  <c:v>680</c:v>
                </c:pt>
                <c:pt idx="333">
                  <c:v>680</c:v>
                </c:pt>
                <c:pt idx="334">
                  <c:v>680</c:v>
                </c:pt>
                <c:pt idx="335">
                  <c:v>680</c:v>
                </c:pt>
                <c:pt idx="336">
                  <c:v>680</c:v>
                </c:pt>
                <c:pt idx="337">
                  <c:v>680</c:v>
                </c:pt>
                <c:pt idx="338">
                  <c:v>680</c:v>
                </c:pt>
                <c:pt idx="339">
                  <c:v>680</c:v>
                </c:pt>
                <c:pt idx="340">
                  <c:v>680</c:v>
                </c:pt>
                <c:pt idx="341">
                  <c:v>680</c:v>
                </c:pt>
                <c:pt idx="342">
                  <c:v>680</c:v>
                </c:pt>
                <c:pt idx="343">
                  <c:v>680</c:v>
                </c:pt>
                <c:pt idx="344">
                  <c:v>680</c:v>
                </c:pt>
                <c:pt idx="345">
                  <c:v>680</c:v>
                </c:pt>
                <c:pt idx="346">
                  <c:v>680</c:v>
                </c:pt>
                <c:pt idx="347">
                  <c:v>680</c:v>
                </c:pt>
                <c:pt idx="348">
                  <c:v>659</c:v>
                </c:pt>
                <c:pt idx="349">
                  <c:v>659</c:v>
                </c:pt>
                <c:pt idx="350">
                  <c:v>660</c:v>
                </c:pt>
                <c:pt idx="351">
                  <c:v>659</c:v>
                </c:pt>
                <c:pt idx="352">
                  <c:v>659</c:v>
                </c:pt>
                <c:pt idx="353">
                  <c:v>659</c:v>
                </c:pt>
                <c:pt idx="354">
                  <c:v>660</c:v>
                </c:pt>
                <c:pt idx="355">
                  <c:v>660</c:v>
                </c:pt>
                <c:pt idx="356">
                  <c:v>659</c:v>
                </c:pt>
                <c:pt idx="357">
                  <c:v>660</c:v>
                </c:pt>
                <c:pt idx="358">
                  <c:v>659</c:v>
                </c:pt>
                <c:pt idx="359">
                  <c:v>659</c:v>
                </c:pt>
                <c:pt idx="360">
                  <c:v>659</c:v>
                </c:pt>
                <c:pt idx="361">
                  <c:v>662</c:v>
                </c:pt>
                <c:pt idx="362">
                  <c:v>660</c:v>
                </c:pt>
                <c:pt idx="363">
                  <c:v>659</c:v>
                </c:pt>
                <c:pt idx="364">
                  <c:v>660</c:v>
                </c:pt>
                <c:pt idx="365">
                  <c:v>661</c:v>
                </c:pt>
                <c:pt idx="366">
                  <c:v>662</c:v>
                </c:pt>
                <c:pt idx="367">
                  <c:v>661</c:v>
                </c:pt>
                <c:pt idx="368">
                  <c:v>661</c:v>
                </c:pt>
                <c:pt idx="369">
                  <c:v>660</c:v>
                </c:pt>
                <c:pt idx="370">
                  <c:v>660</c:v>
                </c:pt>
                <c:pt idx="371">
                  <c:v>660</c:v>
                </c:pt>
                <c:pt idx="372">
                  <c:v>659</c:v>
                </c:pt>
                <c:pt idx="373">
                  <c:v>659</c:v>
                </c:pt>
                <c:pt idx="374">
                  <c:v>659</c:v>
                </c:pt>
                <c:pt idx="375">
                  <c:v>660</c:v>
                </c:pt>
                <c:pt idx="376">
                  <c:v>657</c:v>
                </c:pt>
                <c:pt idx="377">
                  <c:v>638</c:v>
                </c:pt>
                <c:pt idx="378">
                  <c:v>638</c:v>
                </c:pt>
                <c:pt idx="379">
                  <c:v>638</c:v>
                </c:pt>
                <c:pt idx="380">
                  <c:v>638</c:v>
                </c:pt>
                <c:pt idx="381">
                  <c:v>638</c:v>
                </c:pt>
                <c:pt idx="382">
                  <c:v>638</c:v>
                </c:pt>
                <c:pt idx="383">
                  <c:v>638</c:v>
                </c:pt>
                <c:pt idx="384">
                  <c:v>638</c:v>
                </c:pt>
                <c:pt idx="385">
                  <c:v>638</c:v>
                </c:pt>
                <c:pt idx="386">
                  <c:v>638</c:v>
                </c:pt>
                <c:pt idx="387">
                  <c:v>638</c:v>
                </c:pt>
                <c:pt idx="388">
                  <c:v>638</c:v>
                </c:pt>
                <c:pt idx="389">
                  <c:v>638</c:v>
                </c:pt>
                <c:pt idx="390">
                  <c:v>639</c:v>
                </c:pt>
                <c:pt idx="391">
                  <c:v>640</c:v>
                </c:pt>
                <c:pt idx="392">
                  <c:v>640</c:v>
                </c:pt>
                <c:pt idx="393">
                  <c:v>640</c:v>
                </c:pt>
                <c:pt idx="394">
                  <c:v>638</c:v>
                </c:pt>
                <c:pt idx="395">
                  <c:v>638</c:v>
                </c:pt>
                <c:pt idx="396">
                  <c:v>639</c:v>
                </c:pt>
                <c:pt idx="397">
                  <c:v>638</c:v>
                </c:pt>
                <c:pt idx="398">
                  <c:v>638</c:v>
                </c:pt>
                <c:pt idx="399">
                  <c:v>638</c:v>
                </c:pt>
                <c:pt idx="400">
                  <c:v>638</c:v>
                </c:pt>
                <c:pt idx="401">
                  <c:v>638</c:v>
                </c:pt>
                <c:pt idx="402">
                  <c:v>638</c:v>
                </c:pt>
                <c:pt idx="403">
                  <c:v>638</c:v>
                </c:pt>
                <c:pt idx="404">
                  <c:v>638</c:v>
                </c:pt>
                <c:pt idx="405">
                  <c:v>638</c:v>
                </c:pt>
                <c:pt idx="406">
                  <c:v>638</c:v>
                </c:pt>
                <c:pt idx="407">
                  <c:v>638</c:v>
                </c:pt>
                <c:pt idx="408">
                  <c:v>617</c:v>
                </c:pt>
                <c:pt idx="409">
                  <c:v>617</c:v>
                </c:pt>
                <c:pt idx="410">
                  <c:v>617</c:v>
                </c:pt>
                <c:pt idx="411">
                  <c:v>617</c:v>
                </c:pt>
                <c:pt idx="412">
                  <c:v>617</c:v>
                </c:pt>
                <c:pt idx="413">
                  <c:v>617</c:v>
                </c:pt>
                <c:pt idx="414">
                  <c:v>617</c:v>
                </c:pt>
                <c:pt idx="415">
                  <c:v>617</c:v>
                </c:pt>
                <c:pt idx="416">
                  <c:v>617</c:v>
                </c:pt>
                <c:pt idx="417">
                  <c:v>617</c:v>
                </c:pt>
                <c:pt idx="418">
                  <c:v>617</c:v>
                </c:pt>
                <c:pt idx="419">
                  <c:v>617</c:v>
                </c:pt>
                <c:pt idx="420">
                  <c:v>617</c:v>
                </c:pt>
                <c:pt idx="421">
                  <c:v>617</c:v>
                </c:pt>
                <c:pt idx="422">
                  <c:v>617</c:v>
                </c:pt>
                <c:pt idx="423">
                  <c:v>617</c:v>
                </c:pt>
                <c:pt idx="424">
                  <c:v>617</c:v>
                </c:pt>
                <c:pt idx="425">
                  <c:v>617</c:v>
                </c:pt>
                <c:pt idx="426">
                  <c:v>617</c:v>
                </c:pt>
                <c:pt idx="427">
                  <c:v>617</c:v>
                </c:pt>
                <c:pt idx="428">
                  <c:v>617</c:v>
                </c:pt>
                <c:pt idx="429">
                  <c:v>617</c:v>
                </c:pt>
                <c:pt idx="430">
                  <c:v>617</c:v>
                </c:pt>
                <c:pt idx="431">
                  <c:v>617</c:v>
                </c:pt>
                <c:pt idx="432">
                  <c:v>617</c:v>
                </c:pt>
                <c:pt idx="433">
                  <c:v>617</c:v>
                </c:pt>
                <c:pt idx="434">
                  <c:v>617</c:v>
                </c:pt>
                <c:pt idx="435">
                  <c:v>617</c:v>
                </c:pt>
                <c:pt idx="436">
                  <c:v>617</c:v>
                </c:pt>
                <c:pt idx="437">
                  <c:v>617</c:v>
                </c:pt>
                <c:pt idx="438">
                  <c:v>617</c:v>
                </c:pt>
                <c:pt idx="439">
                  <c:v>617</c:v>
                </c:pt>
                <c:pt idx="440">
                  <c:v>596</c:v>
                </c:pt>
                <c:pt idx="441">
                  <c:v>596</c:v>
                </c:pt>
                <c:pt idx="442">
                  <c:v>596</c:v>
                </c:pt>
                <c:pt idx="443">
                  <c:v>596</c:v>
                </c:pt>
                <c:pt idx="444">
                  <c:v>596</c:v>
                </c:pt>
                <c:pt idx="445">
                  <c:v>596</c:v>
                </c:pt>
                <c:pt idx="446">
                  <c:v>596</c:v>
                </c:pt>
                <c:pt idx="447">
                  <c:v>596</c:v>
                </c:pt>
                <c:pt idx="448">
                  <c:v>596</c:v>
                </c:pt>
                <c:pt idx="449">
                  <c:v>596</c:v>
                </c:pt>
                <c:pt idx="450">
                  <c:v>596</c:v>
                </c:pt>
                <c:pt idx="451">
                  <c:v>596</c:v>
                </c:pt>
                <c:pt idx="452">
                  <c:v>596</c:v>
                </c:pt>
                <c:pt idx="453">
                  <c:v>596</c:v>
                </c:pt>
                <c:pt idx="454">
                  <c:v>597</c:v>
                </c:pt>
                <c:pt idx="455">
                  <c:v>597</c:v>
                </c:pt>
                <c:pt idx="456">
                  <c:v>596</c:v>
                </c:pt>
                <c:pt idx="457">
                  <c:v>596</c:v>
                </c:pt>
                <c:pt idx="458">
                  <c:v>596</c:v>
                </c:pt>
                <c:pt idx="459">
                  <c:v>596</c:v>
                </c:pt>
                <c:pt idx="460">
                  <c:v>596</c:v>
                </c:pt>
                <c:pt idx="461">
                  <c:v>596</c:v>
                </c:pt>
                <c:pt idx="462">
                  <c:v>596</c:v>
                </c:pt>
                <c:pt idx="463">
                  <c:v>596</c:v>
                </c:pt>
                <c:pt idx="464">
                  <c:v>596</c:v>
                </c:pt>
                <c:pt idx="465">
                  <c:v>596</c:v>
                </c:pt>
                <c:pt idx="466">
                  <c:v>597</c:v>
                </c:pt>
                <c:pt idx="467">
                  <c:v>595</c:v>
                </c:pt>
                <c:pt idx="468">
                  <c:v>573</c:v>
                </c:pt>
                <c:pt idx="469">
                  <c:v>573</c:v>
                </c:pt>
                <c:pt idx="470">
                  <c:v>572</c:v>
                </c:pt>
                <c:pt idx="471">
                  <c:v>574</c:v>
                </c:pt>
                <c:pt idx="472">
                  <c:v>575</c:v>
                </c:pt>
                <c:pt idx="473">
                  <c:v>573</c:v>
                </c:pt>
                <c:pt idx="474">
                  <c:v>575</c:v>
                </c:pt>
                <c:pt idx="475">
                  <c:v>575</c:v>
                </c:pt>
                <c:pt idx="476">
                  <c:v>574</c:v>
                </c:pt>
                <c:pt idx="477">
                  <c:v>573</c:v>
                </c:pt>
                <c:pt idx="478">
                  <c:v>573</c:v>
                </c:pt>
                <c:pt idx="479">
                  <c:v>572</c:v>
                </c:pt>
                <c:pt idx="480">
                  <c:v>572</c:v>
                </c:pt>
                <c:pt idx="481">
                  <c:v>572</c:v>
                </c:pt>
                <c:pt idx="482">
                  <c:v>572</c:v>
                </c:pt>
                <c:pt idx="483">
                  <c:v>574</c:v>
                </c:pt>
                <c:pt idx="484">
                  <c:v>572</c:v>
                </c:pt>
                <c:pt idx="485">
                  <c:v>572</c:v>
                </c:pt>
                <c:pt idx="486">
                  <c:v>572</c:v>
                </c:pt>
                <c:pt idx="487">
                  <c:v>572</c:v>
                </c:pt>
                <c:pt idx="488">
                  <c:v>573</c:v>
                </c:pt>
                <c:pt idx="489">
                  <c:v>574</c:v>
                </c:pt>
                <c:pt idx="490">
                  <c:v>573</c:v>
                </c:pt>
                <c:pt idx="491">
                  <c:v>572</c:v>
                </c:pt>
                <c:pt idx="492">
                  <c:v>572</c:v>
                </c:pt>
                <c:pt idx="493">
                  <c:v>572</c:v>
                </c:pt>
                <c:pt idx="494">
                  <c:v>572</c:v>
                </c:pt>
                <c:pt idx="495">
                  <c:v>573</c:v>
                </c:pt>
                <c:pt idx="496">
                  <c:v>572</c:v>
                </c:pt>
                <c:pt idx="497">
                  <c:v>572</c:v>
                </c:pt>
                <c:pt idx="498">
                  <c:v>572</c:v>
                </c:pt>
                <c:pt idx="499">
                  <c:v>551</c:v>
                </c:pt>
                <c:pt idx="500">
                  <c:v>551</c:v>
                </c:pt>
                <c:pt idx="501">
                  <c:v>551</c:v>
                </c:pt>
                <c:pt idx="502">
                  <c:v>551</c:v>
                </c:pt>
                <c:pt idx="503">
                  <c:v>551</c:v>
                </c:pt>
                <c:pt idx="504">
                  <c:v>551</c:v>
                </c:pt>
                <c:pt idx="505">
                  <c:v>551</c:v>
                </c:pt>
                <c:pt idx="506">
                  <c:v>551</c:v>
                </c:pt>
                <c:pt idx="507">
                  <c:v>551</c:v>
                </c:pt>
                <c:pt idx="508">
                  <c:v>552</c:v>
                </c:pt>
                <c:pt idx="509">
                  <c:v>552</c:v>
                </c:pt>
                <c:pt idx="510">
                  <c:v>551</c:v>
                </c:pt>
                <c:pt idx="511">
                  <c:v>551</c:v>
                </c:pt>
                <c:pt idx="512">
                  <c:v>551</c:v>
                </c:pt>
                <c:pt idx="513">
                  <c:v>551</c:v>
                </c:pt>
                <c:pt idx="514">
                  <c:v>551</c:v>
                </c:pt>
                <c:pt idx="515">
                  <c:v>551</c:v>
                </c:pt>
                <c:pt idx="516">
                  <c:v>551</c:v>
                </c:pt>
                <c:pt idx="517">
                  <c:v>550</c:v>
                </c:pt>
                <c:pt idx="518">
                  <c:v>551</c:v>
                </c:pt>
                <c:pt idx="519">
                  <c:v>551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06E-48A9-BD24-8F2C837CF42F}"/>
            </c:ext>
          </c:extLst>
        </c:ser>
        <c:ser>
          <c:idx val="7"/>
          <c:order val="7"/>
          <c:tx>
            <c:strRef>
              <c:f>Sheet1!$T$1</c:f>
              <c:strCache>
                <c:ptCount val="1"/>
                <c:pt idx="0">
                  <c:v>cell8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Sheet1!$T$2:$T$521</c:f>
              <c:numCache>
                <c:formatCode>General</c:formatCode>
                <c:ptCount val="520"/>
                <c:pt idx="0">
                  <c:v>964</c:v>
                </c:pt>
                <c:pt idx="1">
                  <c:v>964</c:v>
                </c:pt>
                <c:pt idx="2">
                  <c:v>964</c:v>
                </c:pt>
                <c:pt idx="3">
                  <c:v>963</c:v>
                </c:pt>
                <c:pt idx="4">
                  <c:v>962</c:v>
                </c:pt>
                <c:pt idx="5">
                  <c:v>963</c:v>
                </c:pt>
                <c:pt idx="6">
                  <c:v>961</c:v>
                </c:pt>
                <c:pt idx="7">
                  <c:v>961</c:v>
                </c:pt>
                <c:pt idx="8">
                  <c:v>961</c:v>
                </c:pt>
                <c:pt idx="9">
                  <c:v>961</c:v>
                </c:pt>
                <c:pt idx="10">
                  <c:v>888</c:v>
                </c:pt>
                <c:pt idx="11">
                  <c:v>888</c:v>
                </c:pt>
                <c:pt idx="12">
                  <c:v>888</c:v>
                </c:pt>
                <c:pt idx="13">
                  <c:v>888</c:v>
                </c:pt>
                <c:pt idx="14">
                  <c:v>888</c:v>
                </c:pt>
                <c:pt idx="15">
                  <c:v>888</c:v>
                </c:pt>
                <c:pt idx="16">
                  <c:v>888</c:v>
                </c:pt>
                <c:pt idx="17">
                  <c:v>889</c:v>
                </c:pt>
                <c:pt idx="18">
                  <c:v>888</c:v>
                </c:pt>
                <c:pt idx="19">
                  <c:v>889</c:v>
                </c:pt>
                <c:pt idx="20">
                  <c:v>888</c:v>
                </c:pt>
                <c:pt idx="21">
                  <c:v>889</c:v>
                </c:pt>
                <c:pt idx="22">
                  <c:v>888</c:v>
                </c:pt>
                <c:pt idx="23">
                  <c:v>888</c:v>
                </c:pt>
                <c:pt idx="24">
                  <c:v>888</c:v>
                </c:pt>
                <c:pt idx="25">
                  <c:v>889</c:v>
                </c:pt>
                <c:pt idx="26">
                  <c:v>887</c:v>
                </c:pt>
                <c:pt idx="27">
                  <c:v>889</c:v>
                </c:pt>
                <c:pt idx="28">
                  <c:v>889</c:v>
                </c:pt>
                <c:pt idx="29">
                  <c:v>889</c:v>
                </c:pt>
                <c:pt idx="30">
                  <c:v>888</c:v>
                </c:pt>
                <c:pt idx="31">
                  <c:v>889</c:v>
                </c:pt>
                <c:pt idx="32">
                  <c:v>889</c:v>
                </c:pt>
                <c:pt idx="33">
                  <c:v>889</c:v>
                </c:pt>
                <c:pt idx="34">
                  <c:v>889</c:v>
                </c:pt>
                <c:pt idx="35">
                  <c:v>889</c:v>
                </c:pt>
                <c:pt idx="36">
                  <c:v>888</c:v>
                </c:pt>
                <c:pt idx="37">
                  <c:v>888</c:v>
                </c:pt>
                <c:pt idx="38">
                  <c:v>888</c:v>
                </c:pt>
                <c:pt idx="39">
                  <c:v>889</c:v>
                </c:pt>
                <c:pt idx="40">
                  <c:v>888</c:v>
                </c:pt>
                <c:pt idx="41">
                  <c:v>865</c:v>
                </c:pt>
                <c:pt idx="42">
                  <c:v>865</c:v>
                </c:pt>
                <c:pt idx="43">
                  <c:v>865</c:v>
                </c:pt>
                <c:pt idx="44">
                  <c:v>865</c:v>
                </c:pt>
                <c:pt idx="45">
                  <c:v>865</c:v>
                </c:pt>
                <c:pt idx="46">
                  <c:v>865</c:v>
                </c:pt>
                <c:pt idx="47">
                  <c:v>865</c:v>
                </c:pt>
                <c:pt idx="48">
                  <c:v>865</c:v>
                </c:pt>
                <c:pt idx="49">
                  <c:v>865</c:v>
                </c:pt>
                <c:pt idx="50">
                  <c:v>865</c:v>
                </c:pt>
                <c:pt idx="51">
                  <c:v>865</c:v>
                </c:pt>
                <c:pt idx="52">
                  <c:v>865</c:v>
                </c:pt>
                <c:pt idx="53">
                  <c:v>865</c:v>
                </c:pt>
                <c:pt idx="54">
                  <c:v>865</c:v>
                </c:pt>
                <c:pt idx="55">
                  <c:v>865</c:v>
                </c:pt>
                <c:pt idx="56">
                  <c:v>865</c:v>
                </c:pt>
                <c:pt idx="57">
                  <c:v>865</c:v>
                </c:pt>
                <c:pt idx="58">
                  <c:v>865</c:v>
                </c:pt>
                <c:pt idx="59">
                  <c:v>865</c:v>
                </c:pt>
                <c:pt idx="60">
                  <c:v>865</c:v>
                </c:pt>
                <c:pt idx="61">
                  <c:v>865</c:v>
                </c:pt>
                <c:pt idx="62">
                  <c:v>865</c:v>
                </c:pt>
                <c:pt idx="63">
                  <c:v>865</c:v>
                </c:pt>
                <c:pt idx="64">
                  <c:v>865</c:v>
                </c:pt>
                <c:pt idx="65">
                  <c:v>865</c:v>
                </c:pt>
                <c:pt idx="66">
                  <c:v>865</c:v>
                </c:pt>
                <c:pt idx="67">
                  <c:v>865</c:v>
                </c:pt>
                <c:pt idx="68">
                  <c:v>865</c:v>
                </c:pt>
                <c:pt idx="69">
                  <c:v>865</c:v>
                </c:pt>
                <c:pt idx="70">
                  <c:v>865</c:v>
                </c:pt>
                <c:pt idx="71">
                  <c:v>865</c:v>
                </c:pt>
                <c:pt idx="72">
                  <c:v>842</c:v>
                </c:pt>
                <c:pt idx="73">
                  <c:v>842</c:v>
                </c:pt>
                <c:pt idx="74">
                  <c:v>842</c:v>
                </c:pt>
                <c:pt idx="75">
                  <c:v>842</c:v>
                </c:pt>
                <c:pt idx="76">
                  <c:v>842</c:v>
                </c:pt>
                <c:pt idx="77">
                  <c:v>842</c:v>
                </c:pt>
                <c:pt idx="78">
                  <c:v>842</c:v>
                </c:pt>
                <c:pt idx="79">
                  <c:v>842</c:v>
                </c:pt>
                <c:pt idx="80">
                  <c:v>842</c:v>
                </c:pt>
                <c:pt idx="81">
                  <c:v>842</c:v>
                </c:pt>
                <c:pt idx="82">
                  <c:v>842</c:v>
                </c:pt>
                <c:pt idx="83">
                  <c:v>842</c:v>
                </c:pt>
                <c:pt idx="84">
                  <c:v>842</c:v>
                </c:pt>
                <c:pt idx="85">
                  <c:v>842</c:v>
                </c:pt>
                <c:pt idx="86">
                  <c:v>842</c:v>
                </c:pt>
                <c:pt idx="87">
                  <c:v>842</c:v>
                </c:pt>
                <c:pt idx="88">
                  <c:v>842</c:v>
                </c:pt>
                <c:pt idx="89">
                  <c:v>842</c:v>
                </c:pt>
                <c:pt idx="90">
                  <c:v>842</c:v>
                </c:pt>
                <c:pt idx="91">
                  <c:v>842</c:v>
                </c:pt>
                <c:pt idx="92">
                  <c:v>842</c:v>
                </c:pt>
                <c:pt idx="93">
                  <c:v>842</c:v>
                </c:pt>
                <c:pt idx="94">
                  <c:v>842</c:v>
                </c:pt>
                <c:pt idx="95">
                  <c:v>842</c:v>
                </c:pt>
                <c:pt idx="96">
                  <c:v>842</c:v>
                </c:pt>
                <c:pt idx="97">
                  <c:v>842</c:v>
                </c:pt>
                <c:pt idx="98">
                  <c:v>842</c:v>
                </c:pt>
                <c:pt idx="99">
                  <c:v>842</c:v>
                </c:pt>
                <c:pt idx="100">
                  <c:v>842</c:v>
                </c:pt>
                <c:pt idx="101">
                  <c:v>842</c:v>
                </c:pt>
                <c:pt idx="102">
                  <c:v>842</c:v>
                </c:pt>
                <c:pt idx="103">
                  <c:v>840</c:v>
                </c:pt>
                <c:pt idx="104">
                  <c:v>821</c:v>
                </c:pt>
                <c:pt idx="105">
                  <c:v>821</c:v>
                </c:pt>
                <c:pt idx="106">
                  <c:v>821</c:v>
                </c:pt>
                <c:pt idx="107">
                  <c:v>821</c:v>
                </c:pt>
                <c:pt idx="108">
                  <c:v>821</c:v>
                </c:pt>
                <c:pt idx="109">
                  <c:v>821</c:v>
                </c:pt>
                <c:pt idx="110">
                  <c:v>821</c:v>
                </c:pt>
                <c:pt idx="111">
                  <c:v>821</c:v>
                </c:pt>
                <c:pt idx="112">
                  <c:v>821</c:v>
                </c:pt>
                <c:pt idx="113">
                  <c:v>821</c:v>
                </c:pt>
                <c:pt idx="114">
                  <c:v>821</c:v>
                </c:pt>
                <c:pt idx="115">
                  <c:v>821</c:v>
                </c:pt>
                <c:pt idx="116">
                  <c:v>821</c:v>
                </c:pt>
                <c:pt idx="117">
                  <c:v>821</c:v>
                </c:pt>
                <c:pt idx="118">
                  <c:v>821</c:v>
                </c:pt>
                <c:pt idx="119">
                  <c:v>821</c:v>
                </c:pt>
                <c:pt idx="120">
                  <c:v>821</c:v>
                </c:pt>
                <c:pt idx="121">
                  <c:v>821</c:v>
                </c:pt>
                <c:pt idx="122">
                  <c:v>821</c:v>
                </c:pt>
                <c:pt idx="123">
                  <c:v>821</c:v>
                </c:pt>
                <c:pt idx="124">
                  <c:v>821</c:v>
                </c:pt>
                <c:pt idx="125">
                  <c:v>821</c:v>
                </c:pt>
                <c:pt idx="126">
                  <c:v>821</c:v>
                </c:pt>
                <c:pt idx="127">
                  <c:v>821</c:v>
                </c:pt>
                <c:pt idx="128">
                  <c:v>821</c:v>
                </c:pt>
                <c:pt idx="129">
                  <c:v>821</c:v>
                </c:pt>
                <c:pt idx="130">
                  <c:v>821</c:v>
                </c:pt>
                <c:pt idx="131">
                  <c:v>821</c:v>
                </c:pt>
                <c:pt idx="132">
                  <c:v>821</c:v>
                </c:pt>
                <c:pt idx="133">
                  <c:v>821</c:v>
                </c:pt>
                <c:pt idx="134">
                  <c:v>821</c:v>
                </c:pt>
                <c:pt idx="135">
                  <c:v>800</c:v>
                </c:pt>
                <c:pt idx="136">
                  <c:v>800</c:v>
                </c:pt>
                <c:pt idx="137">
                  <c:v>800</c:v>
                </c:pt>
                <c:pt idx="138">
                  <c:v>800</c:v>
                </c:pt>
                <c:pt idx="139">
                  <c:v>800</c:v>
                </c:pt>
                <c:pt idx="140">
                  <c:v>800</c:v>
                </c:pt>
                <c:pt idx="141">
                  <c:v>800</c:v>
                </c:pt>
                <c:pt idx="142">
                  <c:v>800</c:v>
                </c:pt>
                <c:pt idx="143">
                  <c:v>800</c:v>
                </c:pt>
                <c:pt idx="144">
                  <c:v>800</c:v>
                </c:pt>
                <c:pt idx="145">
                  <c:v>800</c:v>
                </c:pt>
                <c:pt idx="146">
                  <c:v>800</c:v>
                </c:pt>
                <c:pt idx="147">
                  <c:v>800</c:v>
                </c:pt>
                <c:pt idx="148">
                  <c:v>800</c:v>
                </c:pt>
                <c:pt idx="149">
                  <c:v>800</c:v>
                </c:pt>
                <c:pt idx="150">
                  <c:v>800</c:v>
                </c:pt>
                <c:pt idx="151">
                  <c:v>800</c:v>
                </c:pt>
                <c:pt idx="152">
                  <c:v>800</c:v>
                </c:pt>
                <c:pt idx="153">
                  <c:v>800</c:v>
                </c:pt>
                <c:pt idx="154">
                  <c:v>800</c:v>
                </c:pt>
                <c:pt idx="155">
                  <c:v>800</c:v>
                </c:pt>
                <c:pt idx="156">
                  <c:v>800</c:v>
                </c:pt>
                <c:pt idx="157">
                  <c:v>800</c:v>
                </c:pt>
                <c:pt idx="158">
                  <c:v>800</c:v>
                </c:pt>
                <c:pt idx="159">
                  <c:v>800</c:v>
                </c:pt>
                <c:pt idx="160">
                  <c:v>800</c:v>
                </c:pt>
                <c:pt idx="161">
                  <c:v>800</c:v>
                </c:pt>
                <c:pt idx="162">
                  <c:v>800</c:v>
                </c:pt>
                <c:pt idx="163">
                  <c:v>785</c:v>
                </c:pt>
                <c:pt idx="164">
                  <c:v>779</c:v>
                </c:pt>
                <c:pt idx="165">
                  <c:v>779</c:v>
                </c:pt>
                <c:pt idx="166">
                  <c:v>779</c:v>
                </c:pt>
                <c:pt idx="167">
                  <c:v>779</c:v>
                </c:pt>
                <c:pt idx="168">
                  <c:v>779</c:v>
                </c:pt>
                <c:pt idx="169">
                  <c:v>779</c:v>
                </c:pt>
                <c:pt idx="170">
                  <c:v>779</c:v>
                </c:pt>
                <c:pt idx="171">
                  <c:v>779</c:v>
                </c:pt>
                <c:pt idx="172">
                  <c:v>779</c:v>
                </c:pt>
                <c:pt idx="173">
                  <c:v>779</c:v>
                </c:pt>
                <c:pt idx="174">
                  <c:v>779</c:v>
                </c:pt>
                <c:pt idx="175">
                  <c:v>779</c:v>
                </c:pt>
                <c:pt idx="176">
                  <c:v>779</c:v>
                </c:pt>
                <c:pt idx="177">
                  <c:v>779</c:v>
                </c:pt>
                <c:pt idx="178">
                  <c:v>779</c:v>
                </c:pt>
                <c:pt idx="179">
                  <c:v>779</c:v>
                </c:pt>
                <c:pt idx="180">
                  <c:v>779</c:v>
                </c:pt>
                <c:pt idx="181">
                  <c:v>779</c:v>
                </c:pt>
                <c:pt idx="182">
                  <c:v>779</c:v>
                </c:pt>
                <c:pt idx="183">
                  <c:v>779</c:v>
                </c:pt>
                <c:pt idx="184">
                  <c:v>779</c:v>
                </c:pt>
                <c:pt idx="185">
                  <c:v>779</c:v>
                </c:pt>
                <c:pt idx="186">
                  <c:v>779</c:v>
                </c:pt>
                <c:pt idx="187">
                  <c:v>779</c:v>
                </c:pt>
                <c:pt idx="188">
                  <c:v>779</c:v>
                </c:pt>
                <c:pt idx="189">
                  <c:v>779</c:v>
                </c:pt>
                <c:pt idx="190">
                  <c:v>779</c:v>
                </c:pt>
                <c:pt idx="191">
                  <c:v>779</c:v>
                </c:pt>
                <c:pt idx="192">
                  <c:v>779</c:v>
                </c:pt>
                <c:pt idx="193">
                  <c:v>779</c:v>
                </c:pt>
                <c:pt idx="194">
                  <c:v>759</c:v>
                </c:pt>
                <c:pt idx="195">
                  <c:v>759</c:v>
                </c:pt>
                <c:pt idx="196">
                  <c:v>760</c:v>
                </c:pt>
                <c:pt idx="197">
                  <c:v>760</c:v>
                </c:pt>
                <c:pt idx="198">
                  <c:v>759</c:v>
                </c:pt>
                <c:pt idx="199">
                  <c:v>759</c:v>
                </c:pt>
                <c:pt idx="200">
                  <c:v>760</c:v>
                </c:pt>
                <c:pt idx="201">
                  <c:v>761</c:v>
                </c:pt>
                <c:pt idx="202">
                  <c:v>760</c:v>
                </c:pt>
                <c:pt idx="203">
                  <c:v>761</c:v>
                </c:pt>
                <c:pt idx="204">
                  <c:v>759</c:v>
                </c:pt>
                <c:pt idx="205">
                  <c:v>760</c:v>
                </c:pt>
                <c:pt idx="206">
                  <c:v>759</c:v>
                </c:pt>
                <c:pt idx="207">
                  <c:v>760</c:v>
                </c:pt>
                <c:pt idx="208">
                  <c:v>759</c:v>
                </c:pt>
                <c:pt idx="209">
                  <c:v>760</c:v>
                </c:pt>
                <c:pt idx="210">
                  <c:v>760</c:v>
                </c:pt>
                <c:pt idx="211">
                  <c:v>761</c:v>
                </c:pt>
                <c:pt idx="212">
                  <c:v>760</c:v>
                </c:pt>
                <c:pt idx="213">
                  <c:v>761</c:v>
                </c:pt>
                <c:pt idx="214">
                  <c:v>761</c:v>
                </c:pt>
                <c:pt idx="215">
                  <c:v>761</c:v>
                </c:pt>
                <c:pt idx="216">
                  <c:v>760</c:v>
                </c:pt>
                <c:pt idx="217">
                  <c:v>760</c:v>
                </c:pt>
                <c:pt idx="218">
                  <c:v>759</c:v>
                </c:pt>
                <c:pt idx="219">
                  <c:v>760</c:v>
                </c:pt>
                <c:pt idx="220">
                  <c:v>761</c:v>
                </c:pt>
                <c:pt idx="221">
                  <c:v>760</c:v>
                </c:pt>
                <c:pt idx="222">
                  <c:v>760</c:v>
                </c:pt>
                <c:pt idx="223">
                  <c:v>760</c:v>
                </c:pt>
                <c:pt idx="224">
                  <c:v>760</c:v>
                </c:pt>
                <c:pt idx="225">
                  <c:v>759</c:v>
                </c:pt>
                <c:pt idx="226">
                  <c:v>740</c:v>
                </c:pt>
                <c:pt idx="227">
                  <c:v>740</c:v>
                </c:pt>
                <c:pt idx="228">
                  <c:v>740</c:v>
                </c:pt>
                <c:pt idx="229">
                  <c:v>740</c:v>
                </c:pt>
                <c:pt idx="230">
                  <c:v>740</c:v>
                </c:pt>
                <c:pt idx="231">
                  <c:v>740</c:v>
                </c:pt>
                <c:pt idx="232">
                  <c:v>740</c:v>
                </c:pt>
                <c:pt idx="233">
                  <c:v>740</c:v>
                </c:pt>
                <c:pt idx="234">
                  <c:v>740</c:v>
                </c:pt>
                <c:pt idx="235">
                  <c:v>740</c:v>
                </c:pt>
                <c:pt idx="236">
                  <c:v>740</c:v>
                </c:pt>
                <c:pt idx="237">
                  <c:v>740</c:v>
                </c:pt>
                <c:pt idx="238">
                  <c:v>740</c:v>
                </c:pt>
                <c:pt idx="239">
                  <c:v>740</c:v>
                </c:pt>
                <c:pt idx="240">
                  <c:v>740</c:v>
                </c:pt>
                <c:pt idx="241">
                  <c:v>740</c:v>
                </c:pt>
                <c:pt idx="242">
                  <c:v>740</c:v>
                </c:pt>
                <c:pt idx="243">
                  <c:v>740</c:v>
                </c:pt>
                <c:pt idx="244">
                  <c:v>740</c:v>
                </c:pt>
                <c:pt idx="245">
                  <c:v>740</c:v>
                </c:pt>
                <c:pt idx="246">
                  <c:v>740</c:v>
                </c:pt>
                <c:pt idx="247">
                  <c:v>740</c:v>
                </c:pt>
                <c:pt idx="248">
                  <c:v>740</c:v>
                </c:pt>
                <c:pt idx="249">
                  <c:v>740</c:v>
                </c:pt>
                <c:pt idx="250">
                  <c:v>740</c:v>
                </c:pt>
                <c:pt idx="251">
                  <c:v>740</c:v>
                </c:pt>
                <c:pt idx="252">
                  <c:v>740</c:v>
                </c:pt>
                <c:pt idx="253">
                  <c:v>740</c:v>
                </c:pt>
                <c:pt idx="254">
                  <c:v>740</c:v>
                </c:pt>
                <c:pt idx="255">
                  <c:v>740</c:v>
                </c:pt>
                <c:pt idx="256">
                  <c:v>720</c:v>
                </c:pt>
                <c:pt idx="257">
                  <c:v>720</c:v>
                </c:pt>
                <c:pt idx="258">
                  <c:v>720</c:v>
                </c:pt>
                <c:pt idx="259">
                  <c:v>720</c:v>
                </c:pt>
                <c:pt idx="260">
                  <c:v>721</c:v>
                </c:pt>
                <c:pt idx="261">
                  <c:v>721</c:v>
                </c:pt>
                <c:pt idx="262">
                  <c:v>721</c:v>
                </c:pt>
                <c:pt idx="263">
                  <c:v>720</c:v>
                </c:pt>
                <c:pt idx="264">
                  <c:v>721</c:v>
                </c:pt>
                <c:pt idx="265">
                  <c:v>721</c:v>
                </c:pt>
                <c:pt idx="266">
                  <c:v>722</c:v>
                </c:pt>
                <c:pt idx="267">
                  <c:v>722</c:v>
                </c:pt>
                <c:pt idx="268">
                  <c:v>721</c:v>
                </c:pt>
                <c:pt idx="269">
                  <c:v>722</c:v>
                </c:pt>
                <c:pt idx="270">
                  <c:v>720</c:v>
                </c:pt>
                <c:pt idx="271">
                  <c:v>721</c:v>
                </c:pt>
                <c:pt idx="272">
                  <c:v>722</c:v>
                </c:pt>
                <c:pt idx="273">
                  <c:v>722</c:v>
                </c:pt>
                <c:pt idx="274">
                  <c:v>722</c:v>
                </c:pt>
                <c:pt idx="275">
                  <c:v>720</c:v>
                </c:pt>
                <c:pt idx="276">
                  <c:v>721</c:v>
                </c:pt>
                <c:pt idx="277">
                  <c:v>721</c:v>
                </c:pt>
                <c:pt idx="278">
                  <c:v>722</c:v>
                </c:pt>
                <c:pt idx="279">
                  <c:v>722</c:v>
                </c:pt>
                <c:pt idx="280">
                  <c:v>722</c:v>
                </c:pt>
                <c:pt idx="281">
                  <c:v>722</c:v>
                </c:pt>
                <c:pt idx="282">
                  <c:v>720</c:v>
                </c:pt>
                <c:pt idx="283">
                  <c:v>721</c:v>
                </c:pt>
                <c:pt idx="284">
                  <c:v>721</c:v>
                </c:pt>
                <c:pt idx="285">
                  <c:v>720</c:v>
                </c:pt>
                <c:pt idx="286">
                  <c:v>714</c:v>
                </c:pt>
                <c:pt idx="287">
                  <c:v>700</c:v>
                </c:pt>
                <c:pt idx="288">
                  <c:v>701</c:v>
                </c:pt>
                <c:pt idx="289">
                  <c:v>701</c:v>
                </c:pt>
                <c:pt idx="290">
                  <c:v>701</c:v>
                </c:pt>
                <c:pt idx="291">
                  <c:v>701</c:v>
                </c:pt>
                <c:pt idx="292">
                  <c:v>701</c:v>
                </c:pt>
                <c:pt idx="293">
                  <c:v>701</c:v>
                </c:pt>
                <c:pt idx="294">
                  <c:v>701</c:v>
                </c:pt>
                <c:pt idx="295">
                  <c:v>701</c:v>
                </c:pt>
                <c:pt idx="296">
                  <c:v>701</c:v>
                </c:pt>
                <c:pt idx="297">
                  <c:v>701</c:v>
                </c:pt>
                <c:pt idx="298">
                  <c:v>701</c:v>
                </c:pt>
                <c:pt idx="299">
                  <c:v>701</c:v>
                </c:pt>
                <c:pt idx="300">
                  <c:v>701</c:v>
                </c:pt>
                <c:pt idx="301">
                  <c:v>701</c:v>
                </c:pt>
                <c:pt idx="302">
                  <c:v>701</c:v>
                </c:pt>
                <c:pt idx="303">
                  <c:v>701</c:v>
                </c:pt>
                <c:pt idx="304">
                  <c:v>701</c:v>
                </c:pt>
                <c:pt idx="305">
                  <c:v>701</c:v>
                </c:pt>
                <c:pt idx="306">
                  <c:v>701</c:v>
                </c:pt>
                <c:pt idx="307">
                  <c:v>701</c:v>
                </c:pt>
                <c:pt idx="308">
                  <c:v>701</c:v>
                </c:pt>
                <c:pt idx="309">
                  <c:v>701</c:v>
                </c:pt>
                <c:pt idx="310">
                  <c:v>701</c:v>
                </c:pt>
                <c:pt idx="311">
                  <c:v>701</c:v>
                </c:pt>
                <c:pt idx="312">
                  <c:v>701</c:v>
                </c:pt>
                <c:pt idx="313">
                  <c:v>701</c:v>
                </c:pt>
                <c:pt idx="314">
                  <c:v>701</c:v>
                </c:pt>
                <c:pt idx="315">
                  <c:v>701</c:v>
                </c:pt>
                <c:pt idx="316">
                  <c:v>699</c:v>
                </c:pt>
                <c:pt idx="317">
                  <c:v>681</c:v>
                </c:pt>
                <c:pt idx="318">
                  <c:v>682</c:v>
                </c:pt>
                <c:pt idx="319">
                  <c:v>682</c:v>
                </c:pt>
                <c:pt idx="320">
                  <c:v>683</c:v>
                </c:pt>
                <c:pt idx="321">
                  <c:v>683</c:v>
                </c:pt>
                <c:pt idx="322">
                  <c:v>683</c:v>
                </c:pt>
                <c:pt idx="323">
                  <c:v>683</c:v>
                </c:pt>
                <c:pt idx="324">
                  <c:v>683</c:v>
                </c:pt>
                <c:pt idx="325">
                  <c:v>682</c:v>
                </c:pt>
                <c:pt idx="326">
                  <c:v>683</c:v>
                </c:pt>
                <c:pt idx="327">
                  <c:v>683</c:v>
                </c:pt>
                <c:pt idx="328">
                  <c:v>683</c:v>
                </c:pt>
                <c:pt idx="329">
                  <c:v>683</c:v>
                </c:pt>
                <c:pt idx="330">
                  <c:v>683</c:v>
                </c:pt>
                <c:pt idx="331">
                  <c:v>683</c:v>
                </c:pt>
                <c:pt idx="332">
                  <c:v>683</c:v>
                </c:pt>
                <c:pt idx="333">
                  <c:v>682</c:v>
                </c:pt>
                <c:pt idx="334">
                  <c:v>683</c:v>
                </c:pt>
                <c:pt idx="335">
                  <c:v>682</c:v>
                </c:pt>
                <c:pt idx="336">
                  <c:v>682</c:v>
                </c:pt>
                <c:pt idx="337">
                  <c:v>682</c:v>
                </c:pt>
                <c:pt idx="338">
                  <c:v>682</c:v>
                </c:pt>
                <c:pt idx="339">
                  <c:v>683</c:v>
                </c:pt>
                <c:pt idx="340">
                  <c:v>683</c:v>
                </c:pt>
                <c:pt idx="341">
                  <c:v>683</c:v>
                </c:pt>
                <c:pt idx="342">
                  <c:v>680</c:v>
                </c:pt>
                <c:pt idx="343">
                  <c:v>682</c:v>
                </c:pt>
                <c:pt idx="344">
                  <c:v>681</c:v>
                </c:pt>
                <c:pt idx="345">
                  <c:v>681</c:v>
                </c:pt>
                <c:pt idx="346">
                  <c:v>680</c:v>
                </c:pt>
                <c:pt idx="347">
                  <c:v>681</c:v>
                </c:pt>
                <c:pt idx="348">
                  <c:v>661</c:v>
                </c:pt>
                <c:pt idx="349">
                  <c:v>662</c:v>
                </c:pt>
                <c:pt idx="350">
                  <c:v>662</c:v>
                </c:pt>
                <c:pt idx="351">
                  <c:v>661</c:v>
                </c:pt>
                <c:pt idx="352">
                  <c:v>662</c:v>
                </c:pt>
                <c:pt idx="353">
                  <c:v>662</c:v>
                </c:pt>
                <c:pt idx="354">
                  <c:v>662</c:v>
                </c:pt>
                <c:pt idx="355">
                  <c:v>662</c:v>
                </c:pt>
                <c:pt idx="356">
                  <c:v>662</c:v>
                </c:pt>
                <c:pt idx="357">
                  <c:v>662</c:v>
                </c:pt>
                <c:pt idx="358">
                  <c:v>662</c:v>
                </c:pt>
                <c:pt idx="359">
                  <c:v>662</c:v>
                </c:pt>
                <c:pt idx="360">
                  <c:v>662</c:v>
                </c:pt>
                <c:pt idx="361">
                  <c:v>662</c:v>
                </c:pt>
                <c:pt idx="362">
                  <c:v>662</c:v>
                </c:pt>
                <c:pt idx="363">
                  <c:v>662</c:v>
                </c:pt>
                <c:pt idx="364">
                  <c:v>662</c:v>
                </c:pt>
                <c:pt idx="365">
                  <c:v>662</c:v>
                </c:pt>
                <c:pt idx="366">
                  <c:v>662</c:v>
                </c:pt>
                <c:pt idx="367">
                  <c:v>662</c:v>
                </c:pt>
                <c:pt idx="368">
                  <c:v>662</c:v>
                </c:pt>
                <c:pt idx="369">
                  <c:v>662</c:v>
                </c:pt>
                <c:pt idx="370">
                  <c:v>662</c:v>
                </c:pt>
                <c:pt idx="371">
                  <c:v>662</c:v>
                </c:pt>
                <c:pt idx="372">
                  <c:v>662</c:v>
                </c:pt>
                <c:pt idx="373">
                  <c:v>662</c:v>
                </c:pt>
                <c:pt idx="374">
                  <c:v>662</c:v>
                </c:pt>
                <c:pt idx="375">
                  <c:v>662</c:v>
                </c:pt>
                <c:pt idx="376">
                  <c:v>660</c:v>
                </c:pt>
                <c:pt idx="377">
                  <c:v>641</c:v>
                </c:pt>
                <c:pt idx="378">
                  <c:v>641</c:v>
                </c:pt>
                <c:pt idx="379">
                  <c:v>641</c:v>
                </c:pt>
                <c:pt idx="380">
                  <c:v>641</c:v>
                </c:pt>
                <c:pt idx="381">
                  <c:v>641</c:v>
                </c:pt>
                <c:pt idx="382">
                  <c:v>641</c:v>
                </c:pt>
                <c:pt idx="383">
                  <c:v>642</c:v>
                </c:pt>
                <c:pt idx="384">
                  <c:v>643</c:v>
                </c:pt>
                <c:pt idx="385">
                  <c:v>642</c:v>
                </c:pt>
                <c:pt idx="386">
                  <c:v>642</c:v>
                </c:pt>
                <c:pt idx="387">
                  <c:v>641</c:v>
                </c:pt>
                <c:pt idx="388">
                  <c:v>641</c:v>
                </c:pt>
                <c:pt idx="389">
                  <c:v>642</c:v>
                </c:pt>
                <c:pt idx="390">
                  <c:v>643</c:v>
                </c:pt>
                <c:pt idx="391">
                  <c:v>641</c:v>
                </c:pt>
                <c:pt idx="392">
                  <c:v>641</c:v>
                </c:pt>
                <c:pt idx="393">
                  <c:v>641</c:v>
                </c:pt>
                <c:pt idx="394">
                  <c:v>641</c:v>
                </c:pt>
                <c:pt idx="395">
                  <c:v>641</c:v>
                </c:pt>
                <c:pt idx="396">
                  <c:v>641</c:v>
                </c:pt>
                <c:pt idx="397">
                  <c:v>641</c:v>
                </c:pt>
                <c:pt idx="398">
                  <c:v>641</c:v>
                </c:pt>
                <c:pt idx="399">
                  <c:v>641</c:v>
                </c:pt>
                <c:pt idx="400">
                  <c:v>641</c:v>
                </c:pt>
                <c:pt idx="401">
                  <c:v>641</c:v>
                </c:pt>
                <c:pt idx="402">
                  <c:v>641</c:v>
                </c:pt>
                <c:pt idx="403">
                  <c:v>641</c:v>
                </c:pt>
                <c:pt idx="404">
                  <c:v>641</c:v>
                </c:pt>
                <c:pt idx="405">
                  <c:v>641</c:v>
                </c:pt>
                <c:pt idx="406">
                  <c:v>640</c:v>
                </c:pt>
                <c:pt idx="407">
                  <c:v>640</c:v>
                </c:pt>
                <c:pt idx="408">
                  <c:v>620</c:v>
                </c:pt>
                <c:pt idx="409">
                  <c:v>620</c:v>
                </c:pt>
                <c:pt idx="410">
                  <c:v>620</c:v>
                </c:pt>
                <c:pt idx="411">
                  <c:v>620</c:v>
                </c:pt>
                <c:pt idx="412">
                  <c:v>620</c:v>
                </c:pt>
                <c:pt idx="413">
                  <c:v>620</c:v>
                </c:pt>
                <c:pt idx="414">
                  <c:v>620</c:v>
                </c:pt>
                <c:pt idx="415">
                  <c:v>620</c:v>
                </c:pt>
                <c:pt idx="416">
                  <c:v>620</c:v>
                </c:pt>
                <c:pt idx="417">
                  <c:v>620</c:v>
                </c:pt>
                <c:pt idx="418">
                  <c:v>620</c:v>
                </c:pt>
                <c:pt idx="419">
                  <c:v>620</c:v>
                </c:pt>
                <c:pt idx="420">
                  <c:v>620</c:v>
                </c:pt>
                <c:pt idx="421">
                  <c:v>620</c:v>
                </c:pt>
                <c:pt idx="422">
                  <c:v>620</c:v>
                </c:pt>
                <c:pt idx="423">
                  <c:v>620</c:v>
                </c:pt>
                <c:pt idx="424">
                  <c:v>620</c:v>
                </c:pt>
                <c:pt idx="425">
                  <c:v>619</c:v>
                </c:pt>
                <c:pt idx="426">
                  <c:v>620</c:v>
                </c:pt>
                <c:pt idx="427">
                  <c:v>620</c:v>
                </c:pt>
                <c:pt idx="428">
                  <c:v>619</c:v>
                </c:pt>
                <c:pt idx="429">
                  <c:v>620</c:v>
                </c:pt>
                <c:pt idx="430">
                  <c:v>620</c:v>
                </c:pt>
                <c:pt idx="431">
                  <c:v>620</c:v>
                </c:pt>
                <c:pt idx="432">
                  <c:v>620</c:v>
                </c:pt>
                <c:pt idx="433">
                  <c:v>619</c:v>
                </c:pt>
                <c:pt idx="434">
                  <c:v>619</c:v>
                </c:pt>
                <c:pt idx="435">
                  <c:v>618</c:v>
                </c:pt>
                <c:pt idx="436">
                  <c:v>619</c:v>
                </c:pt>
                <c:pt idx="437">
                  <c:v>617</c:v>
                </c:pt>
                <c:pt idx="438">
                  <c:v>617</c:v>
                </c:pt>
                <c:pt idx="439">
                  <c:v>617</c:v>
                </c:pt>
                <c:pt idx="440">
                  <c:v>596</c:v>
                </c:pt>
                <c:pt idx="441">
                  <c:v>596</c:v>
                </c:pt>
                <c:pt idx="442">
                  <c:v>597</c:v>
                </c:pt>
                <c:pt idx="443">
                  <c:v>596</c:v>
                </c:pt>
                <c:pt idx="444">
                  <c:v>597</c:v>
                </c:pt>
                <c:pt idx="445">
                  <c:v>596</c:v>
                </c:pt>
                <c:pt idx="446">
                  <c:v>597</c:v>
                </c:pt>
                <c:pt idx="447">
                  <c:v>598</c:v>
                </c:pt>
                <c:pt idx="448">
                  <c:v>599</c:v>
                </c:pt>
                <c:pt idx="449">
                  <c:v>599</c:v>
                </c:pt>
                <c:pt idx="450">
                  <c:v>599</c:v>
                </c:pt>
                <c:pt idx="451">
                  <c:v>597</c:v>
                </c:pt>
                <c:pt idx="452">
                  <c:v>597</c:v>
                </c:pt>
                <c:pt idx="453">
                  <c:v>599</c:v>
                </c:pt>
                <c:pt idx="454">
                  <c:v>597</c:v>
                </c:pt>
                <c:pt idx="455">
                  <c:v>599</c:v>
                </c:pt>
                <c:pt idx="456">
                  <c:v>599</c:v>
                </c:pt>
                <c:pt idx="457">
                  <c:v>599</c:v>
                </c:pt>
                <c:pt idx="458">
                  <c:v>599</c:v>
                </c:pt>
                <c:pt idx="459">
                  <c:v>599</c:v>
                </c:pt>
                <c:pt idx="460">
                  <c:v>599</c:v>
                </c:pt>
                <c:pt idx="461">
                  <c:v>599</c:v>
                </c:pt>
                <c:pt idx="462">
                  <c:v>599</c:v>
                </c:pt>
                <c:pt idx="463">
                  <c:v>599</c:v>
                </c:pt>
                <c:pt idx="464">
                  <c:v>598</c:v>
                </c:pt>
                <c:pt idx="465">
                  <c:v>598</c:v>
                </c:pt>
                <c:pt idx="466">
                  <c:v>597</c:v>
                </c:pt>
                <c:pt idx="467">
                  <c:v>596</c:v>
                </c:pt>
                <c:pt idx="468">
                  <c:v>576</c:v>
                </c:pt>
                <c:pt idx="469">
                  <c:v>576</c:v>
                </c:pt>
                <c:pt idx="470">
                  <c:v>575</c:v>
                </c:pt>
                <c:pt idx="471">
                  <c:v>576</c:v>
                </c:pt>
                <c:pt idx="472">
                  <c:v>576</c:v>
                </c:pt>
                <c:pt idx="473">
                  <c:v>578</c:v>
                </c:pt>
                <c:pt idx="474">
                  <c:v>578</c:v>
                </c:pt>
                <c:pt idx="475">
                  <c:v>576</c:v>
                </c:pt>
                <c:pt idx="476">
                  <c:v>575</c:v>
                </c:pt>
                <c:pt idx="477">
                  <c:v>575</c:v>
                </c:pt>
                <c:pt idx="478">
                  <c:v>575</c:v>
                </c:pt>
                <c:pt idx="479">
                  <c:v>575</c:v>
                </c:pt>
                <c:pt idx="480">
                  <c:v>575</c:v>
                </c:pt>
                <c:pt idx="481">
                  <c:v>575</c:v>
                </c:pt>
                <c:pt idx="482">
                  <c:v>574</c:v>
                </c:pt>
                <c:pt idx="483">
                  <c:v>575</c:v>
                </c:pt>
                <c:pt idx="484">
                  <c:v>574</c:v>
                </c:pt>
                <c:pt idx="485">
                  <c:v>574</c:v>
                </c:pt>
                <c:pt idx="486">
                  <c:v>575</c:v>
                </c:pt>
                <c:pt idx="487">
                  <c:v>575</c:v>
                </c:pt>
                <c:pt idx="488">
                  <c:v>572</c:v>
                </c:pt>
                <c:pt idx="489">
                  <c:v>572</c:v>
                </c:pt>
                <c:pt idx="490">
                  <c:v>573</c:v>
                </c:pt>
                <c:pt idx="491">
                  <c:v>572</c:v>
                </c:pt>
                <c:pt idx="492">
                  <c:v>572</c:v>
                </c:pt>
                <c:pt idx="493">
                  <c:v>572</c:v>
                </c:pt>
                <c:pt idx="494">
                  <c:v>572</c:v>
                </c:pt>
                <c:pt idx="495">
                  <c:v>572</c:v>
                </c:pt>
                <c:pt idx="496">
                  <c:v>572</c:v>
                </c:pt>
                <c:pt idx="497">
                  <c:v>572</c:v>
                </c:pt>
                <c:pt idx="498">
                  <c:v>569</c:v>
                </c:pt>
                <c:pt idx="499">
                  <c:v>548</c:v>
                </c:pt>
                <c:pt idx="500">
                  <c:v>549</c:v>
                </c:pt>
                <c:pt idx="501">
                  <c:v>551</c:v>
                </c:pt>
                <c:pt idx="502">
                  <c:v>551</c:v>
                </c:pt>
                <c:pt idx="503">
                  <c:v>551</c:v>
                </c:pt>
                <c:pt idx="504">
                  <c:v>551</c:v>
                </c:pt>
                <c:pt idx="505">
                  <c:v>551</c:v>
                </c:pt>
                <c:pt idx="506">
                  <c:v>551</c:v>
                </c:pt>
                <c:pt idx="507">
                  <c:v>551</c:v>
                </c:pt>
                <c:pt idx="508">
                  <c:v>551</c:v>
                </c:pt>
                <c:pt idx="509">
                  <c:v>549</c:v>
                </c:pt>
                <c:pt idx="510">
                  <c:v>549</c:v>
                </c:pt>
                <c:pt idx="511">
                  <c:v>549</c:v>
                </c:pt>
                <c:pt idx="512">
                  <c:v>551</c:v>
                </c:pt>
                <c:pt idx="513">
                  <c:v>551</c:v>
                </c:pt>
                <c:pt idx="514">
                  <c:v>549</c:v>
                </c:pt>
                <c:pt idx="515">
                  <c:v>549</c:v>
                </c:pt>
                <c:pt idx="516">
                  <c:v>548</c:v>
                </c:pt>
                <c:pt idx="517">
                  <c:v>549</c:v>
                </c:pt>
                <c:pt idx="518">
                  <c:v>548</c:v>
                </c:pt>
                <c:pt idx="519">
                  <c:v>548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06E-48A9-BD24-8F2C837CF42F}"/>
            </c:ext>
          </c:extLst>
        </c:ser>
        <c:ser>
          <c:idx val="8"/>
          <c:order val="8"/>
          <c:tx>
            <c:strRef>
              <c:f>Sheet1!$U$1</c:f>
              <c:strCache>
                <c:ptCount val="1"/>
                <c:pt idx="0">
                  <c:v>cell9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Sheet1!$U$2:$U$521</c:f>
              <c:numCache>
                <c:formatCode>General</c:formatCode>
                <c:ptCount val="520"/>
                <c:pt idx="0">
                  <c:v>951</c:v>
                </c:pt>
                <c:pt idx="1">
                  <c:v>951</c:v>
                </c:pt>
                <c:pt idx="2">
                  <c:v>951</c:v>
                </c:pt>
                <c:pt idx="3">
                  <c:v>951</c:v>
                </c:pt>
                <c:pt idx="4">
                  <c:v>949</c:v>
                </c:pt>
                <c:pt idx="5">
                  <c:v>948</c:v>
                </c:pt>
                <c:pt idx="6">
                  <c:v>948</c:v>
                </c:pt>
                <c:pt idx="7">
                  <c:v>948</c:v>
                </c:pt>
                <c:pt idx="8">
                  <c:v>948</c:v>
                </c:pt>
                <c:pt idx="9">
                  <c:v>948</c:v>
                </c:pt>
                <c:pt idx="10">
                  <c:v>885</c:v>
                </c:pt>
                <c:pt idx="11">
                  <c:v>886</c:v>
                </c:pt>
                <c:pt idx="12">
                  <c:v>885</c:v>
                </c:pt>
                <c:pt idx="13">
                  <c:v>886</c:v>
                </c:pt>
                <c:pt idx="14">
                  <c:v>886</c:v>
                </c:pt>
                <c:pt idx="15">
                  <c:v>886</c:v>
                </c:pt>
                <c:pt idx="16">
                  <c:v>886</c:v>
                </c:pt>
                <c:pt idx="17">
                  <c:v>887</c:v>
                </c:pt>
                <c:pt idx="18">
                  <c:v>886</c:v>
                </c:pt>
                <c:pt idx="19">
                  <c:v>886</c:v>
                </c:pt>
                <c:pt idx="20">
                  <c:v>885</c:v>
                </c:pt>
                <c:pt idx="21">
                  <c:v>886</c:v>
                </c:pt>
                <c:pt idx="22">
                  <c:v>886</c:v>
                </c:pt>
                <c:pt idx="23">
                  <c:v>886</c:v>
                </c:pt>
                <c:pt idx="24">
                  <c:v>885</c:v>
                </c:pt>
                <c:pt idx="25">
                  <c:v>886</c:v>
                </c:pt>
                <c:pt idx="26">
                  <c:v>886</c:v>
                </c:pt>
                <c:pt idx="27">
                  <c:v>886</c:v>
                </c:pt>
                <c:pt idx="28">
                  <c:v>886</c:v>
                </c:pt>
                <c:pt idx="29">
                  <c:v>886</c:v>
                </c:pt>
                <c:pt idx="30">
                  <c:v>885</c:v>
                </c:pt>
                <c:pt idx="31">
                  <c:v>886</c:v>
                </c:pt>
                <c:pt idx="32">
                  <c:v>886</c:v>
                </c:pt>
                <c:pt idx="33">
                  <c:v>886</c:v>
                </c:pt>
                <c:pt idx="34">
                  <c:v>886</c:v>
                </c:pt>
                <c:pt idx="35">
                  <c:v>885</c:v>
                </c:pt>
                <c:pt idx="36">
                  <c:v>886</c:v>
                </c:pt>
                <c:pt idx="37">
                  <c:v>885</c:v>
                </c:pt>
                <c:pt idx="38">
                  <c:v>885</c:v>
                </c:pt>
                <c:pt idx="39">
                  <c:v>885</c:v>
                </c:pt>
                <c:pt idx="40">
                  <c:v>886</c:v>
                </c:pt>
                <c:pt idx="41">
                  <c:v>864</c:v>
                </c:pt>
                <c:pt idx="42">
                  <c:v>864</c:v>
                </c:pt>
                <c:pt idx="43">
                  <c:v>864</c:v>
                </c:pt>
                <c:pt idx="44">
                  <c:v>864</c:v>
                </c:pt>
                <c:pt idx="45">
                  <c:v>864</c:v>
                </c:pt>
                <c:pt idx="46">
                  <c:v>864</c:v>
                </c:pt>
                <c:pt idx="47">
                  <c:v>864</c:v>
                </c:pt>
                <c:pt idx="48">
                  <c:v>864</c:v>
                </c:pt>
                <c:pt idx="49">
                  <c:v>864</c:v>
                </c:pt>
                <c:pt idx="50">
                  <c:v>864</c:v>
                </c:pt>
                <c:pt idx="51">
                  <c:v>864</c:v>
                </c:pt>
                <c:pt idx="52">
                  <c:v>864</c:v>
                </c:pt>
                <c:pt idx="53">
                  <c:v>864</c:v>
                </c:pt>
                <c:pt idx="54">
                  <c:v>864</c:v>
                </c:pt>
                <c:pt idx="55">
                  <c:v>864</c:v>
                </c:pt>
                <c:pt idx="56">
                  <c:v>864</c:v>
                </c:pt>
                <c:pt idx="57">
                  <c:v>864</c:v>
                </c:pt>
                <c:pt idx="58">
                  <c:v>864</c:v>
                </c:pt>
                <c:pt idx="59">
                  <c:v>864</c:v>
                </c:pt>
                <c:pt idx="60">
                  <c:v>864</c:v>
                </c:pt>
                <c:pt idx="61">
                  <c:v>864</c:v>
                </c:pt>
                <c:pt idx="62">
                  <c:v>864</c:v>
                </c:pt>
                <c:pt idx="63">
                  <c:v>864</c:v>
                </c:pt>
                <c:pt idx="64">
                  <c:v>864</c:v>
                </c:pt>
                <c:pt idx="65">
                  <c:v>864</c:v>
                </c:pt>
                <c:pt idx="66">
                  <c:v>864</c:v>
                </c:pt>
                <c:pt idx="67">
                  <c:v>864</c:v>
                </c:pt>
                <c:pt idx="68">
                  <c:v>864</c:v>
                </c:pt>
                <c:pt idx="69">
                  <c:v>864</c:v>
                </c:pt>
                <c:pt idx="70">
                  <c:v>864</c:v>
                </c:pt>
                <c:pt idx="71">
                  <c:v>864</c:v>
                </c:pt>
                <c:pt idx="72">
                  <c:v>844</c:v>
                </c:pt>
                <c:pt idx="73">
                  <c:v>844</c:v>
                </c:pt>
                <c:pt idx="74">
                  <c:v>844</c:v>
                </c:pt>
                <c:pt idx="75">
                  <c:v>844</c:v>
                </c:pt>
                <c:pt idx="76">
                  <c:v>844</c:v>
                </c:pt>
                <c:pt idx="77">
                  <c:v>844</c:v>
                </c:pt>
                <c:pt idx="78">
                  <c:v>844</c:v>
                </c:pt>
                <c:pt idx="79">
                  <c:v>844</c:v>
                </c:pt>
                <c:pt idx="80">
                  <c:v>844</c:v>
                </c:pt>
                <c:pt idx="81">
                  <c:v>844</c:v>
                </c:pt>
                <c:pt idx="82">
                  <c:v>844</c:v>
                </c:pt>
                <c:pt idx="83">
                  <c:v>844</c:v>
                </c:pt>
                <c:pt idx="84">
                  <c:v>844</c:v>
                </c:pt>
                <c:pt idx="85">
                  <c:v>844</c:v>
                </c:pt>
                <c:pt idx="86">
                  <c:v>844</c:v>
                </c:pt>
                <c:pt idx="87">
                  <c:v>844</c:v>
                </c:pt>
                <c:pt idx="88">
                  <c:v>844</c:v>
                </c:pt>
                <c:pt idx="89">
                  <c:v>844</c:v>
                </c:pt>
                <c:pt idx="90">
                  <c:v>844</c:v>
                </c:pt>
                <c:pt idx="91">
                  <c:v>844</c:v>
                </c:pt>
                <c:pt idx="92">
                  <c:v>844</c:v>
                </c:pt>
                <c:pt idx="93">
                  <c:v>844</c:v>
                </c:pt>
                <c:pt idx="94">
                  <c:v>844</c:v>
                </c:pt>
                <c:pt idx="95">
                  <c:v>844</c:v>
                </c:pt>
                <c:pt idx="96">
                  <c:v>844</c:v>
                </c:pt>
                <c:pt idx="97">
                  <c:v>844</c:v>
                </c:pt>
                <c:pt idx="98">
                  <c:v>844</c:v>
                </c:pt>
                <c:pt idx="99">
                  <c:v>844</c:v>
                </c:pt>
                <c:pt idx="100">
                  <c:v>844</c:v>
                </c:pt>
                <c:pt idx="101">
                  <c:v>844</c:v>
                </c:pt>
                <c:pt idx="102">
                  <c:v>844</c:v>
                </c:pt>
                <c:pt idx="103">
                  <c:v>842</c:v>
                </c:pt>
                <c:pt idx="104">
                  <c:v>823</c:v>
                </c:pt>
                <c:pt idx="105">
                  <c:v>823</c:v>
                </c:pt>
                <c:pt idx="106">
                  <c:v>823</c:v>
                </c:pt>
                <c:pt idx="107">
                  <c:v>823</c:v>
                </c:pt>
                <c:pt idx="108">
                  <c:v>823</c:v>
                </c:pt>
                <c:pt idx="109">
                  <c:v>823</c:v>
                </c:pt>
                <c:pt idx="110">
                  <c:v>823</c:v>
                </c:pt>
                <c:pt idx="111">
                  <c:v>823</c:v>
                </c:pt>
                <c:pt idx="112">
                  <c:v>823</c:v>
                </c:pt>
                <c:pt idx="113">
                  <c:v>823</c:v>
                </c:pt>
                <c:pt idx="114">
                  <c:v>823</c:v>
                </c:pt>
                <c:pt idx="115">
                  <c:v>823</c:v>
                </c:pt>
                <c:pt idx="116">
                  <c:v>823</c:v>
                </c:pt>
                <c:pt idx="117">
                  <c:v>823</c:v>
                </c:pt>
                <c:pt idx="118">
                  <c:v>823</c:v>
                </c:pt>
                <c:pt idx="119">
                  <c:v>823</c:v>
                </c:pt>
                <c:pt idx="120">
                  <c:v>823</c:v>
                </c:pt>
                <c:pt idx="121">
                  <c:v>823</c:v>
                </c:pt>
                <c:pt idx="122">
                  <c:v>823</c:v>
                </c:pt>
                <c:pt idx="123">
                  <c:v>823</c:v>
                </c:pt>
                <c:pt idx="124">
                  <c:v>823</c:v>
                </c:pt>
                <c:pt idx="125">
                  <c:v>823</c:v>
                </c:pt>
                <c:pt idx="126">
                  <c:v>823</c:v>
                </c:pt>
                <c:pt idx="127">
                  <c:v>823</c:v>
                </c:pt>
                <c:pt idx="128">
                  <c:v>823</c:v>
                </c:pt>
                <c:pt idx="129">
                  <c:v>823</c:v>
                </c:pt>
                <c:pt idx="130">
                  <c:v>823</c:v>
                </c:pt>
                <c:pt idx="131">
                  <c:v>823</c:v>
                </c:pt>
                <c:pt idx="132">
                  <c:v>823</c:v>
                </c:pt>
                <c:pt idx="133">
                  <c:v>823</c:v>
                </c:pt>
                <c:pt idx="134">
                  <c:v>823</c:v>
                </c:pt>
                <c:pt idx="135">
                  <c:v>802</c:v>
                </c:pt>
                <c:pt idx="136">
                  <c:v>802</c:v>
                </c:pt>
                <c:pt idx="137">
                  <c:v>802</c:v>
                </c:pt>
                <c:pt idx="138">
                  <c:v>802</c:v>
                </c:pt>
                <c:pt idx="139">
                  <c:v>802</c:v>
                </c:pt>
                <c:pt idx="140">
                  <c:v>802</c:v>
                </c:pt>
                <c:pt idx="141">
                  <c:v>802</c:v>
                </c:pt>
                <c:pt idx="142">
                  <c:v>802</c:v>
                </c:pt>
                <c:pt idx="143">
                  <c:v>802</c:v>
                </c:pt>
                <c:pt idx="144">
                  <c:v>802</c:v>
                </c:pt>
                <c:pt idx="145">
                  <c:v>802</c:v>
                </c:pt>
                <c:pt idx="146">
                  <c:v>802</c:v>
                </c:pt>
                <c:pt idx="147">
                  <c:v>802</c:v>
                </c:pt>
                <c:pt idx="148">
                  <c:v>802</c:v>
                </c:pt>
                <c:pt idx="149">
                  <c:v>802</c:v>
                </c:pt>
                <c:pt idx="150">
                  <c:v>802</c:v>
                </c:pt>
                <c:pt idx="151">
                  <c:v>802</c:v>
                </c:pt>
                <c:pt idx="152">
                  <c:v>802</c:v>
                </c:pt>
                <c:pt idx="153">
                  <c:v>802</c:v>
                </c:pt>
                <c:pt idx="154">
                  <c:v>802</c:v>
                </c:pt>
                <c:pt idx="155">
                  <c:v>802</c:v>
                </c:pt>
                <c:pt idx="156">
                  <c:v>802</c:v>
                </c:pt>
                <c:pt idx="157">
                  <c:v>802</c:v>
                </c:pt>
                <c:pt idx="158">
                  <c:v>802</c:v>
                </c:pt>
                <c:pt idx="159">
                  <c:v>802</c:v>
                </c:pt>
                <c:pt idx="160">
                  <c:v>802</c:v>
                </c:pt>
                <c:pt idx="161">
                  <c:v>802</c:v>
                </c:pt>
                <c:pt idx="162">
                  <c:v>802</c:v>
                </c:pt>
                <c:pt idx="163">
                  <c:v>787</c:v>
                </c:pt>
                <c:pt idx="164">
                  <c:v>781</c:v>
                </c:pt>
                <c:pt idx="165">
                  <c:v>781</c:v>
                </c:pt>
                <c:pt idx="166">
                  <c:v>781</c:v>
                </c:pt>
                <c:pt idx="167">
                  <c:v>781</c:v>
                </c:pt>
                <c:pt idx="168">
                  <c:v>781</c:v>
                </c:pt>
                <c:pt idx="169">
                  <c:v>781</c:v>
                </c:pt>
                <c:pt idx="170">
                  <c:v>781</c:v>
                </c:pt>
                <c:pt idx="171">
                  <c:v>781</c:v>
                </c:pt>
                <c:pt idx="172">
                  <c:v>781</c:v>
                </c:pt>
                <c:pt idx="173">
                  <c:v>781</c:v>
                </c:pt>
                <c:pt idx="174">
                  <c:v>781</c:v>
                </c:pt>
                <c:pt idx="175">
                  <c:v>781</c:v>
                </c:pt>
                <c:pt idx="176">
                  <c:v>781</c:v>
                </c:pt>
                <c:pt idx="177">
                  <c:v>781</c:v>
                </c:pt>
                <c:pt idx="178">
                  <c:v>781</c:v>
                </c:pt>
                <c:pt idx="179">
                  <c:v>781</c:v>
                </c:pt>
                <c:pt idx="180">
                  <c:v>781</c:v>
                </c:pt>
                <c:pt idx="181">
                  <c:v>781</c:v>
                </c:pt>
                <c:pt idx="182">
                  <c:v>781</c:v>
                </c:pt>
                <c:pt idx="183">
                  <c:v>782</c:v>
                </c:pt>
                <c:pt idx="184">
                  <c:v>781</c:v>
                </c:pt>
                <c:pt idx="185">
                  <c:v>781</c:v>
                </c:pt>
                <c:pt idx="186">
                  <c:v>781</c:v>
                </c:pt>
                <c:pt idx="187">
                  <c:v>781</c:v>
                </c:pt>
                <c:pt idx="188">
                  <c:v>781</c:v>
                </c:pt>
                <c:pt idx="189">
                  <c:v>781</c:v>
                </c:pt>
                <c:pt idx="190">
                  <c:v>781</c:v>
                </c:pt>
                <c:pt idx="191">
                  <c:v>781</c:v>
                </c:pt>
                <c:pt idx="192">
                  <c:v>781</c:v>
                </c:pt>
                <c:pt idx="193">
                  <c:v>781</c:v>
                </c:pt>
                <c:pt idx="194">
                  <c:v>762</c:v>
                </c:pt>
                <c:pt idx="195">
                  <c:v>761</c:v>
                </c:pt>
                <c:pt idx="196">
                  <c:v>762</c:v>
                </c:pt>
                <c:pt idx="197">
                  <c:v>762</c:v>
                </c:pt>
                <c:pt idx="198">
                  <c:v>762</c:v>
                </c:pt>
                <c:pt idx="199">
                  <c:v>762</c:v>
                </c:pt>
                <c:pt idx="200">
                  <c:v>762</c:v>
                </c:pt>
                <c:pt idx="201">
                  <c:v>762</c:v>
                </c:pt>
                <c:pt idx="202">
                  <c:v>762</c:v>
                </c:pt>
                <c:pt idx="203">
                  <c:v>763</c:v>
                </c:pt>
                <c:pt idx="204">
                  <c:v>761</c:v>
                </c:pt>
                <c:pt idx="205">
                  <c:v>762</c:v>
                </c:pt>
                <c:pt idx="206">
                  <c:v>762</c:v>
                </c:pt>
                <c:pt idx="207">
                  <c:v>762</c:v>
                </c:pt>
                <c:pt idx="208">
                  <c:v>762</c:v>
                </c:pt>
                <c:pt idx="209">
                  <c:v>763</c:v>
                </c:pt>
                <c:pt idx="210">
                  <c:v>763</c:v>
                </c:pt>
                <c:pt idx="211">
                  <c:v>763</c:v>
                </c:pt>
                <c:pt idx="212">
                  <c:v>762</c:v>
                </c:pt>
                <c:pt idx="213">
                  <c:v>762</c:v>
                </c:pt>
                <c:pt idx="214">
                  <c:v>763</c:v>
                </c:pt>
                <c:pt idx="215">
                  <c:v>763</c:v>
                </c:pt>
                <c:pt idx="216">
                  <c:v>762</c:v>
                </c:pt>
                <c:pt idx="217">
                  <c:v>763</c:v>
                </c:pt>
                <c:pt idx="218">
                  <c:v>763</c:v>
                </c:pt>
                <c:pt idx="219">
                  <c:v>763</c:v>
                </c:pt>
                <c:pt idx="220">
                  <c:v>763</c:v>
                </c:pt>
                <c:pt idx="221">
                  <c:v>762</c:v>
                </c:pt>
                <c:pt idx="222">
                  <c:v>762</c:v>
                </c:pt>
                <c:pt idx="223">
                  <c:v>763</c:v>
                </c:pt>
                <c:pt idx="224">
                  <c:v>763</c:v>
                </c:pt>
                <c:pt idx="225">
                  <c:v>763</c:v>
                </c:pt>
                <c:pt idx="226">
                  <c:v>742</c:v>
                </c:pt>
                <c:pt idx="227">
                  <c:v>742</c:v>
                </c:pt>
                <c:pt idx="228">
                  <c:v>742</c:v>
                </c:pt>
                <c:pt idx="229">
                  <c:v>742</c:v>
                </c:pt>
                <c:pt idx="230">
                  <c:v>742</c:v>
                </c:pt>
                <c:pt idx="231">
                  <c:v>742</c:v>
                </c:pt>
                <c:pt idx="232">
                  <c:v>742</c:v>
                </c:pt>
                <c:pt idx="233">
                  <c:v>742</c:v>
                </c:pt>
                <c:pt idx="234">
                  <c:v>742</c:v>
                </c:pt>
                <c:pt idx="235">
                  <c:v>742</c:v>
                </c:pt>
                <c:pt idx="236">
                  <c:v>742</c:v>
                </c:pt>
                <c:pt idx="237">
                  <c:v>742</c:v>
                </c:pt>
                <c:pt idx="238">
                  <c:v>743</c:v>
                </c:pt>
                <c:pt idx="239">
                  <c:v>742</c:v>
                </c:pt>
                <c:pt idx="240">
                  <c:v>742</c:v>
                </c:pt>
                <c:pt idx="241">
                  <c:v>742</c:v>
                </c:pt>
                <c:pt idx="242">
                  <c:v>742</c:v>
                </c:pt>
                <c:pt idx="243">
                  <c:v>742</c:v>
                </c:pt>
                <c:pt idx="244">
                  <c:v>742</c:v>
                </c:pt>
                <c:pt idx="245">
                  <c:v>742</c:v>
                </c:pt>
                <c:pt idx="246">
                  <c:v>742</c:v>
                </c:pt>
                <c:pt idx="247">
                  <c:v>742</c:v>
                </c:pt>
                <c:pt idx="248">
                  <c:v>742</c:v>
                </c:pt>
                <c:pt idx="249">
                  <c:v>742</c:v>
                </c:pt>
                <c:pt idx="250">
                  <c:v>742</c:v>
                </c:pt>
                <c:pt idx="251">
                  <c:v>742</c:v>
                </c:pt>
                <c:pt idx="252">
                  <c:v>742</c:v>
                </c:pt>
                <c:pt idx="253">
                  <c:v>742</c:v>
                </c:pt>
                <c:pt idx="254">
                  <c:v>742</c:v>
                </c:pt>
                <c:pt idx="255">
                  <c:v>743</c:v>
                </c:pt>
                <c:pt idx="256">
                  <c:v>722</c:v>
                </c:pt>
                <c:pt idx="257">
                  <c:v>724</c:v>
                </c:pt>
                <c:pt idx="258">
                  <c:v>723</c:v>
                </c:pt>
                <c:pt idx="259">
                  <c:v>724</c:v>
                </c:pt>
                <c:pt idx="260">
                  <c:v>724</c:v>
                </c:pt>
                <c:pt idx="261">
                  <c:v>724</c:v>
                </c:pt>
                <c:pt idx="262">
                  <c:v>724</c:v>
                </c:pt>
                <c:pt idx="263">
                  <c:v>724</c:v>
                </c:pt>
                <c:pt idx="264">
                  <c:v>724</c:v>
                </c:pt>
                <c:pt idx="265">
                  <c:v>724</c:v>
                </c:pt>
                <c:pt idx="266">
                  <c:v>724</c:v>
                </c:pt>
                <c:pt idx="267">
                  <c:v>724</c:v>
                </c:pt>
                <c:pt idx="268">
                  <c:v>724</c:v>
                </c:pt>
                <c:pt idx="269">
                  <c:v>724</c:v>
                </c:pt>
                <c:pt idx="270">
                  <c:v>724</c:v>
                </c:pt>
                <c:pt idx="271">
                  <c:v>724</c:v>
                </c:pt>
                <c:pt idx="272">
                  <c:v>724</c:v>
                </c:pt>
                <c:pt idx="273">
                  <c:v>724</c:v>
                </c:pt>
                <c:pt idx="274">
                  <c:v>724</c:v>
                </c:pt>
                <c:pt idx="275">
                  <c:v>724</c:v>
                </c:pt>
                <c:pt idx="276">
                  <c:v>724</c:v>
                </c:pt>
                <c:pt idx="277">
                  <c:v>724</c:v>
                </c:pt>
                <c:pt idx="278">
                  <c:v>724</c:v>
                </c:pt>
                <c:pt idx="279">
                  <c:v>724</c:v>
                </c:pt>
                <c:pt idx="280">
                  <c:v>724</c:v>
                </c:pt>
                <c:pt idx="281">
                  <c:v>724</c:v>
                </c:pt>
                <c:pt idx="282">
                  <c:v>724</c:v>
                </c:pt>
                <c:pt idx="283">
                  <c:v>724</c:v>
                </c:pt>
                <c:pt idx="284">
                  <c:v>724</c:v>
                </c:pt>
                <c:pt idx="285">
                  <c:v>724</c:v>
                </c:pt>
                <c:pt idx="286">
                  <c:v>717</c:v>
                </c:pt>
                <c:pt idx="287">
                  <c:v>704</c:v>
                </c:pt>
                <c:pt idx="288">
                  <c:v>704</c:v>
                </c:pt>
                <c:pt idx="289">
                  <c:v>705</c:v>
                </c:pt>
                <c:pt idx="290">
                  <c:v>705</c:v>
                </c:pt>
                <c:pt idx="291">
                  <c:v>704</c:v>
                </c:pt>
                <c:pt idx="292">
                  <c:v>704</c:v>
                </c:pt>
                <c:pt idx="293">
                  <c:v>705</c:v>
                </c:pt>
                <c:pt idx="294">
                  <c:v>706</c:v>
                </c:pt>
                <c:pt idx="295">
                  <c:v>706</c:v>
                </c:pt>
                <c:pt idx="296">
                  <c:v>706</c:v>
                </c:pt>
                <c:pt idx="297">
                  <c:v>705</c:v>
                </c:pt>
                <c:pt idx="298">
                  <c:v>704</c:v>
                </c:pt>
                <c:pt idx="299">
                  <c:v>706</c:v>
                </c:pt>
                <c:pt idx="300">
                  <c:v>705</c:v>
                </c:pt>
                <c:pt idx="301">
                  <c:v>706</c:v>
                </c:pt>
                <c:pt idx="302">
                  <c:v>704</c:v>
                </c:pt>
                <c:pt idx="303">
                  <c:v>706</c:v>
                </c:pt>
                <c:pt idx="304">
                  <c:v>706</c:v>
                </c:pt>
                <c:pt idx="305">
                  <c:v>705</c:v>
                </c:pt>
                <c:pt idx="306">
                  <c:v>705</c:v>
                </c:pt>
                <c:pt idx="307">
                  <c:v>705</c:v>
                </c:pt>
                <c:pt idx="308">
                  <c:v>706</c:v>
                </c:pt>
                <c:pt idx="309">
                  <c:v>706</c:v>
                </c:pt>
                <c:pt idx="310">
                  <c:v>705</c:v>
                </c:pt>
                <c:pt idx="311">
                  <c:v>705</c:v>
                </c:pt>
                <c:pt idx="312">
                  <c:v>706</c:v>
                </c:pt>
                <c:pt idx="313">
                  <c:v>706</c:v>
                </c:pt>
                <c:pt idx="314">
                  <c:v>704</c:v>
                </c:pt>
                <c:pt idx="315">
                  <c:v>706</c:v>
                </c:pt>
                <c:pt idx="316">
                  <c:v>703</c:v>
                </c:pt>
                <c:pt idx="317">
                  <c:v>685</c:v>
                </c:pt>
                <c:pt idx="318">
                  <c:v>685</c:v>
                </c:pt>
                <c:pt idx="319">
                  <c:v>685</c:v>
                </c:pt>
                <c:pt idx="320">
                  <c:v>685</c:v>
                </c:pt>
                <c:pt idx="321">
                  <c:v>686</c:v>
                </c:pt>
                <c:pt idx="322">
                  <c:v>685</c:v>
                </c:pt>
                <c:pt idx="323">
                  <c:v>686</c:v>
                </c:pt>
                <c:pt idx="324">
                  <c:v>685</c:v>
                </c:pt>
                <c:pt idx="325">
                  <c:v>686</c:v>
                </c:pt>
                <c:pt idx="326">
                  <c:v>685</c:v>
                </c:pt>
                <c:pt idx="327">
                  <c:v>686</c:v>
                </c:pt>
                <c:pt idx="328">
                  <c:v>685</c:v>
                </c:pt>
                <c:pt idx="329">
                  <c:v>686</c:v>
                </c:pt>
                <c:pt idx="330">
                  <c:v>686</c:v>
                </c:pt>
                <c:pt idx="331">
                  <c:v>685</c:v>
                </c:pt>
                <c:pt idx="332">
                  <c:v>686</c:v>
                </c:pt>
                <c:pt idx="333">
                  <c:v>686</c:v>
                </c:pt>
                <c:pt idx="334">
                  <c:v>685</c:v>
                </c:pt>
                <c:pt idx="335">
                  <c:v>685</c:v>
                </c:pt>
                <c:pt idx="336">
                  <c:v>685</c:v>
                </c:pt>
                <c:pt idx="337">
                  <c:v>685</c:v>
                </c:pt>
                <c:pt idx="338">
                  <c:v>685</c:v>
                </c:pt>
                <c:pt idx="339">
                  <c:v>685</c:v>
                </c:pt>
                <c:pt idx="340">
                  <c:v>685</c:v>
                </c:pt>
                <c:pt idx="341">
                  <c:v>685</c:v>
                </c:pt>
                <c:pt idx="342">
                  <c:v>685</c:v>
                </c:pt>
                <c:pt idx="343">
                  <c:v>685</c:v>
                </c:pt>
                <c:pt idx="344">
                  <c:v>685</c:v>
                </c:pt>
                <c:pt idx="345">
                  <c:v>685</c:v>
                </c:pt>
                <c:pt idx="346">
                  <c:v>685</c:v>
                </c:pt>
                <c:pt idx="347">
                  <c:v>685</c:v>
                </c:pt>
                <c:pt idx="348">
                  <c:v>667</c:v>
                </c:pt>
                <c:pt idx="349">
                  <c:v>666</c:v>
                </c:pt>
                <c:pt idx="350">
                  <c:v>667</c:v>
                </c:pt>
                <c:pt idx="351">
                  <c:v>667</c:v>
                </c:pt>
                <c:pt idx="352">
                  <c:v>667</c:v>
                </c:pt>
                <c:pt idx="353">
                  <c:v>667</c:v>
                </c:pt>
                <c:pt idx="354">
                  <c:v>667</c:v>
                </c:pt>
                <c:pt idx="355">
                  <c:v>667</c:v>
                </c:pt>
                <c:pt idx="356">
                  <c:v>667</c:v>
                </c:pt>
                <c:pt idx="357">
                  <c:v>667</c:v>
                </c:pt>
                <c:pt idx="358">
                  <c:v>667</c:v>
                </c:pt>
                <c:pt idx="359">
                  <c:v>667</c:v>
                </c:pt>
                <c:pt idx="360">
                  <c:v>667</c:v>
                </c:pt>
                <c:pt idx="361">
                  <c:v>667</c:v>
                </c:pt>
                <c:pt idx="362">
                  <c:v>667</c:v>
                </c:pt>
                <c:pt idx="363">
                  <c:v>667</c:v>
                </c:pt>
                <c:pt idx="364">
                  <c:v>667</c:v>
                </c:pt>
                <c:pt idx="365">
                  <c:v>667</c:v>
                </c:pt>
                <c:pt idx="366">
                  <c:v>667</c:v>
                </c:pt>
                <c:pt idx="367">
                  <c:v>667</c:v>
                </c:pt>
                <c:pt idx="368">
                  <c:v>667</c:v>
                </c:pt>
                <c:pt idx="369">
                  <c:v>667</c:v>
                </c:pt>
                <c:pt idx="370">
                  <c:v>667</c:v>
                </c:pt>
                <c:pt idx="371">
                  <c:v>667</c:v>
                </c:pt>
                <c:pt idx="372">
                  <c:v>666</c:v>
                </c:pt>
                <c:pt idx="373">
                  <c:v>667</c:v>
                </c:pt>
                <c:pt idx="374">
                  <c:v>667</c:v>
                </c:pt>
                <c:pt idx="375">
                  <c:v>666</c:v>
                </c:pt>
                <c:pt idx="376">
                  <c:v>664</c:v>
                </c:pt>
                <c:pt idx="377">
                  <c:v>646</c:v>
                </c:pt>
                <c:pt idx="378">
                  <c:v>647</c:v>
                </c:pt>
                <c:pt idx="379">
                  <c:v>646</c:v>
                </c:pt>
                <c:pt idx="380">
                  <c:v>647</c:v>
                </c:pt>
                <c:pt idx="381">
                  <c:v>648</c:v>
                </c:pt>
                <c:pt idx="382">
                  <c:v>647</c:v>
                </c:pt>
                <c:pt idx="383">
                  <c:v>648</c:v>
                </c:pt>
                <c:pt idx="384">
                  <c:v>648</c:v>
                </c:pt>
                <c:pt idx="385">
                  <c:v>647</c:v>
                </c:pt>
                <c:pt idx="386">
                  <c:v>647</c:v>
                </c:pt>
                <c:pt idx="387">
                  <c:v>647</c:v>
                </c:pt>
                <c:pt idx="388">
                  <c:v>647</c:v>
                </c:pt>
                <c:pt idx="389">
                  <c:v>647</c:v>
                </c:pt>
                <c:pt idx="390">
                  <c:v>646</c:v>
                </c:pt>
                <c:pt idx="391">
                  <c:v>646</c:v>
                </c:pt>
                <c:pt idx="392">
                  <c:v>646</c:v>
                </c:pt>
                <c:pt idx="393">
                  <c:v>646</c:v>
                </c:pt>
                <c:pt idx="394">
                  <c:v>646</c:v>
                </c:pt>
                <c:pt idx="395">
                  <c:v>646</c:v>
                </c:pt>
                <c:pt idx="396">
                  <c:v>646</c:v>
                </c:pt>
                <c:pt idx="397">
                  <c:v>646</c:v>
                </c:pt>
                <c:pt idx="398">
                  <c:v>646</c:v>
                </c:pt>
                <c:pt idx="399">
                  <c:v>646</c:v>
                </c:pt>
                <c:pt idx="400">
                  <c:v>646</c:v>
                </c:pt>
                <c:pt idx="401">
                  <c:v>646</c:v>
                </c:pt>
                <c:pt idx="402">
                  <c:v>646</c:v>
                </c:pt>
                <c:pt idx="403">
                  <c:v>646</c:v>
                </c:pt>
                <c:pt idx="404">
                  <c:v>645</c:v>
                </c:pt>
                <c:pt idx="405">
                  <c:v>645</c:v>
                </c:pt>
                <c:pt idx="406">
                  <c:v>646</c:v>
                </c:pt>
                <c:pt idx="407">
                  <c:v>646</c:v>
                </c:pt>
                <c:pt idx="408">
                  <c:v>625</c:v>
                </c:pt>
                <c:pt idx="409">
                  <c:v>625</c:v>
                </c:pt>
                <c:pt idx="410">
                  <c:v>625</c:v>
                </c:pt>
                <c:pt idx="411">
                  <c:v>625</c:v>
                </c:pt>
                <c:pt idx="412">
                  <c:v>625</c:v>
                </c:pt>
                <c:pt idx="413">
                  <c:v>626</c:v>
                </c:pt>
                <c:pt idx="414">
                  <c:v>626</c:v>
                </c:pt>
                <c:pt idx="415">
                  <c:v>626</c:v>
                </c:pt>
                <c:pt idx="416">
                  <c:v>627</c:v>
                </c:pt>
                <c:pt idx="417">
                  <c:v>626</c:v>
                </c:pt>
                <c:pt idx="418">
                  <c:v>626</c:v>
                </c:pt>
                <c:pt idx="419">
                  <c:v>626</c:v>
                </c:pt>
                <c:pt idx="420">
                  <c:v>626</c:v>
                </c:pt>
                <c:pt idx="421">
                  <c:v>625</c:v>
                </c:pt>
                <c:pt idx="422">
                  <c:v>625</c:v>
                </c:pt>
                <c:pt idx="423">
                  <c:v>625</c:v>
                </c:pt>
                <c:pt idx="424">
                  <c:v>625</c:v>
                </c:pt>
                <c:pt idx="425">
                  <c:v>625</c:v>
                </c:pt>
                <c:pt idx="426">
                  <c:v>625</c:v>
                </c:pt>
                <c:pt idx="427">
                  <c:v>625</c:v>
                </c:pt>
                <c:pt idx="428">
                  <c:v>625</c:v>
                </c:pt>
                <c:pt idx="429">
                  <c:v>625</c:v>
                </c:pt>
                <c:pt idx="430">
                  <c:v>625</c:v>
                </c:pt>
                <c:pt idx="431">
                  <c:v>625</c:v>
                </c:pt>
                <c:pt idx="432">
                  <c:v>625</c:v>
                </c:pt>
                <c:pt idx="433">
                  <c:v>625</c:v>
                </c:pt>
                <c:pt idx="434">
                  <c:v>625</c:v>
                </c:pt>
                <c:pt idx="435">
                  <c:v>625</c:v>
                </c:pt>
                <c:pt idx="436">
                  <c:v>625</c:v>
                </c:pt>
                <c:pt idx="437">
                  <c:v>625</c:v>
                </c:pt>
                <c:pt idx="438">
                  <c:v>625</c:v>
                </c:pt>
                <c:pt idx="439">
                  <c:v>624</c:v>
                </c:pt>
                <c:pt idx="440">
                  <c:v>604</c:v>
                </c:pt>
                <c:pt idx="441">
                  <c:v>604</c:v>
                </c:pt>
                <c:pt idx="442">
                  <c:v>604</c:v>
                </c:pt>
                <c:pt idx="443">
                  <c:v>604</c:v>
                </c:pt>
                <c:pt idx="444">
                  <c:v>604</c:v>
                </c:pt>
                <c:pt idx="445">
                  <c:v>605</c:v>
                </c:pt>
                <c:pt idx="446">
                  <c:v>605</c:v>
                </c:pt>
                <c:pt idx="447">
                  <c:v>607</c:v>
                </c:pt>
                <c:pt idx="448">
                  <c:v>606</c:v>
                </c:pt>
                <c:pt idx="449">
                  <c:v>606</c:v>
                </c:pt>
                <c:pt idx="450">
                  <c:v>604</c:v>
                </c:pt>
                <c:pt idx="451">
                  <c:v>604</c:v>
                </c:pt>
                <c:pt idx="452">
                  <c:v>604</c:v>
                </c:pt>
                <c:pt idx="453">
                  <c:v>604</c:v>
                </c:pt>
                <c:pt idx="454">
                  <c:v>604</c:v>
                </c:pt>
                <c:pt idx="455">
                  <c:v>604</c:v>
                </c:pt>
                <c:pt idx="456">
                  <c:v>604</c:v>
                </c:pt>
                <c:pt idx="457">
                  <c:v>604</c:v>
                </c:pt>
                <c:pt idx="458">
                  <c:v>605</c:v>
                </c:pt>
                <c:pt idx="459">
                  <c:v>607</c:v>
                </c:pt>
                <c:pt idx="460">
                  <c:v>607</c:v>
                </c:pt>
                <c:pt idx="461">
                  <c:v>607</c:v>
                </c:pt>
                <c:pt idx="462">
                  <c:v>607</c:v>
                </c:pt>
                <c:pt idx="463">
                  <c:v>604</c:v>
                </c:pt>
                <c:pt idx="464">
                  <c:v>604</c:v>
                </c:pt>
                <c:pt idx="465">
                  <c:v>604</c:v>
                </c:pt>
                <c:pt idx="466">
                  <c:v>604</c:v>
                </c:pt>
                <c:pt idx="467">
                  <c:v>604</c:v>
                </c:pt>
                <c:pt idx="468">
                  <c:v>584</c:v>
                </c:pt>
                <c:pt idx="469">
                  <c:v>583</c:v>
                </c:pt>
                <c:pt idx="470">
                  <c:v>584</c:v>
                </c:pt>
                <c:pt idx="471">
                  <c:v>584</c:v>
                </c:pt>
                <c:pt idx="472">
                  <c:v>583</c:v>
                </c:pt>
                <c:pt idx="473">
                  <c:v>584</c:v>
                </c:pt>
                <c:pt idx="474">
                  <c:v>585</c:v>
                </c:pt>
                <c:pt idx="475">
                  <c:v>584</c:v>
                </c:pt>
                <c:pt idx="476">
                  <c:v>583</c:v>
                </c:pt>
                <c:pt idx="477">
                  <c:v>583</c:v>
                </c:pt>
                <c:pt idx="478">
                  <c:v>583</c:v>
                </c:pt>
                <c:pt idx="479">
                  <c:v>583</c:v>
                </c:pt>
                <c:pt idx="480">
                  <c:v>583</c:v>
                </c:pt>
                <c:pt idx="481">
                  <c:v>583</c:v>
                </c:pt>
                <c:pt idx="482">
                  <c:v>583</c:v>
                </c:pt>
                <c:pt idx="483">
                  <c:v>583</c:v>
                </c:pt>
                <c:pt idx="484">
                  <c:v>583</c:v>
                </c:pt>
                <c:pt idx="485">
                  <c:v>581</c:v>
                </c:pt>
                <c:pt idx="486">
                  <c:v>580</c:v>
                </c:pt>
                <c:pt idx="487">
                  <c:v>580</c:v>
                </c:pt>
                <c:pt idx="488">
                  <c:v>580</c:v>
                </c:pt>
                <c:pt idx="489">
                  <c:v>580</c:v>
                </c:pt>
                <c:pt idx="490">
                  <c:v>580</c:v>
                </c:pt>
                <c:pt idx="491">
                  <c:v>580</c:v>
                </c:pt>
                <c:pt idx="492">
                  <c:v>579</c:v>
                </c:pt>
                <c:pt idx="493">
                  <c:v>580</c:v>
                </c:pt>
                <c:pt idx="494">
                  <c:v>578</c:v>
                </c:pt>
                <c:pt idx="495">
                  <c:v>580</c:v>
                </c:pt>
                <c:pt idx="496">
                  <c:v>580</c:v>
                </c:pt>
                <c:pt idx="497">
                  <c:v>580</c:v>
                </c:pt>
                <c:pt idx="498">
                  <c:v>582</c:v>
                </c:pt>
                <c:pt idx="499">
                  <c:v>562</c:v>
                </c:pt>
                <c:pt idx="500">
                  <c:v>562</c:v>
                </c:pt>
                <c:pt idx="501">
                  <c:v>562</c:v>
                </c:pt>
                <c:pt idx="502">
                  <c:v>562</c:v>
                </c:pt>
                <c:pt idx="503">
                  <c:v>562</c:v>
                </c:pt>
                <c:pt idx="504">
                  <c:v>562</c:v>
                </c:pt>
                <c:pt idx="505">
                  <c:v>565</c:v>
                </c:pt>
                <c:pt idx="506">
                  <c:v>565</c:v>
                </c:pt>
                <c:pt idx="507">
                  <c:v>562</c:v>
                </c:pt>
                <c:pt idx="508">
                  <c:v>564</c:v>
                </c:pt>
                <c:pt idx="509">
                  <c:v>564</c:v>
                </c:pt>
                <c:pt idx="510">
                  <c:v>564</c:v>
                </c:pt>
                <c:pt idx="511">
                  <c:v>562</c:v>
                </c:pt>
                <c:pt idx="512">
                  <c:v>562</c:v>
                </c:pt>
                <c:pt idx="513">
                  <c:v>562</c:v>
                </c:pt>
                <c:pt idx="514">
                  <c:v>562</c:v>
                </c:pt>
                <c:pt idx="515">
                  <c:v>562</c:v>
                </c:pt>
                <c:pt idx="516">
                  <c:v>562</c:v>
                </c:pt>
                <c:pt idx="517">
                  <c:v>562</c:v>
                </c:pt>
                <c:pt idx="518">
                  <c:v>560</c:v>
                </c:pt>
                <c:pt idx="519">
                  <c:v>561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B06E-48A9-BD24-8F2C837CF42F}"/>
            </c:ext>
          </c:extLst>
        </c:ser>
        <c:ser>
          <c:idx val="9"/>
          <c:order val="9"/>
          <c:tx>
            <c:strRef>
              <c:f>Sheet1!$V$1</c:f>
              <c:strCache>
                <c:ptCount val="1"/>
                <c:pt idx="0">
                  <c:v>cell10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Sheet1!$V$2:$V$521</c:f>
              <c:numCache>
                <c:formatCode>General</c:formatCode>
                <c:ptCount val="520"/>
                <c:pt idx="0">
                  <c:v>957</c:v>
                </c:pt>
                <c:pt idx="1">
                  <c:v>958</c:v>
                </c:pt>
                <c:pt idx="2">
                  <c:v>956</c:v>
                </c:pt>
                <c:pt idx="3">
                  <c:v>956</c:v>
                </c:pt>
                <c:pt idx="4">
                  <c:v>956</c:v>
                </c:pt>
                <c:pt idx="5">
                  <c:v>956</c:v>
                </c:pt>
                <c:pt idx="6">
                  <c:v>955</c:v>
                </c:pt>
                <c:pt idx="7">
                  <c:v>955</c:v>
                </c:pt>
                <c:pt idx="8">
                  <c:v>953</c:v>
                </c:pt>
                <c:pt idx="9">
                  <c:v>953</c:v>
                </c:pt>
                <c:pt idx="10">
                  <c:v>887</c:v>
                </c:pt>
                <c:pt idx="11">
                  <c:v>887</c:v>
                </c:pt>
                <c:pt idx="12">
                  <c:v>887</c:v>
                </c:pt>
                <c:pt idx="13">
                  <c:v>887</c:v>
                </c:pt>
                <c:pt idx="14">
                  <c:v>887</c:v>
                </c:pt>
                <c:pt idx="15">
                  <c:v>887</c:v>
                </c:pt>
                <c:pt idx="16">
                  <c:v>887</c:v>
                </c:pt>
                <c:pt idx="17">
                  <c:v>887</c:v>
                </c:pt>
                <c:pt idx="18">
                  <c:v>887</c:v>
                </c:pt>
                <c:pt idx="19">
                  <c:v>887</c:v>
                </c:pt>
                <c:pt idx="20">
                  <c:v>887</c:v>
                </c:pt>
                <c:pt idx="21">
                  <c:v>887</c:v>
                </c:pt>
                <c:pt idx="22">
                  <c:v>887</c:v>
                </c:pt>
                <c:pt idx="23">
                  <c:v>887</c:v>
                </c:pt>
                <c:pt idx="24">
                  <c:v>887</c:v>
                </c:pt>
                <c:pt idx="25">
                  <c:v>887</c:v>
                </c:pt>
                <c:pt idx="26">
                  <c:v>888</c:v>
                </c:pt>
                <c:pt idx="27">
                  <c:v>888</c:v>
                </c:pt>
                <c:pt idx="28">
                  <c:v>888</c:v>
                </c:pt>
                <c:pt idx="29">
                  <c:v>887</c:v>
                </c:pt>
                <c:pt idx="30">
                  <c:v>887</c:v>
                </c:pt>
                <c:pt idx="31">
                  <c:v>887</c:v>
                </c:pt>
                <c:pt idx="32">
                  <c:v>888</c:v>
                </c:pt>
                <c:pt idx="33">
                  <c:v>887</c:v>
                </c:pt>
                <c:pt idx="34">
                  <c:v>887</c:v>
                </c:pt>
                <c:pt idx="35">
                  <c:v>888</c:v>
                </c:pt>
                <c:pt idx="36">
                  <c:v>887</c:v>
                </c:pt>
                <c:pt idx="37">
                  <c:v>888</c:v>
                </c:pt>
                <c:pt idx="38">
                  <c:v>887</c:v>
                </c:pt>
                <c:pt idx="39">
                  <c:v>888</c:v>
                </c:pt>
                <c:pt idx="40">
                  <c:v>887</c:v>
                </c:pt>
                <c:pt idx="41">
                  <c:v>866</c:v>
                </c:pt>
                <c:pt idx="42">
                  <c:v>866</c:v>
                </c:pt>
                <c:pt idx="43">
                  <c:v>866</c:v>
                </c:pt>
                <c:pt idx="44">
                  <c:v>866</c:v>
                </c:pt>
                <c:pt idx="45">
                  <c:v>866</c:v>
                </c:pt>
                <c:pt idx="46">
                  <c:v>866</c:v>
                </c:pt>
                <c:pt idx="47">
                  <c:v>866</c:v>
                </c:pt>
                <c:pt idx="48">
                  <c:v>866</c:v>
                </c:pt>
                <c:pt idx="49">
                  <c:v>866</c:v>
                </c:pt>
                <c:pt idx="50">
                  <c:v>866</c:v>
                </c:pt>
                <c:pt idx="51">
                  <c:v>866</c:v>
                </c:pt>
                <c:pt idx="52">
                  <c:v>866</c:v>
                </c:pt>
                <c:pt idx="53">
                  <c:v>866</c:v>
                </c:pt>
                <c:pt idx="54">
                  <c:v>866</c:v>
                </c:pt>
                <c:pt idx="55">
                  <c:v>866</c:v>
                </c:pt>
                <c:pt idx="56">
                  <c:v>866</c:v>
                </c:pt>
                <c:pt idx="57">
                  <c:v>866</c:v>
                </c:pt>
                <c:pt idx="58">
                  <c:v>866</c:v>
                </c:pt>
                <c:pt idx="59">
                  <c:v>866</c:v>
                </c:pt>
                <c:pt idx="60">
                  <c:v>866</c:v>
                </c:pt>
                <c:pt idx="61">
                  <c:v>866</c:v>
                </c:pt>
                <c:pt idx="62">
                  <c:v>866</c:v>
                </c:pt>
                <c:pt idx="63">
                  <c:v>866</c:v>
                </c:pt>
                <c:pt idx="64">
                  <c:v>866</c:v>
                </c:pt>
                <c:pt idx="65">
                  <c:v>866</c:v>
                </c:pt>
                <c:pt idx="66">
                  <c:v>866</c:v>
                </c:pt>
                <c:pt idx="67">
                  <c:v>866</c:v>
                </c:pt>
                <c:pt idx="68">
                  <c:v>866</c:v>
                </c:pt>
                <c:pt idx="69">
                  <c:v>866</c:v>
                </c:pt>
                <c:pt idx="70">
                  <c:v>866</c:v>
                </c:pt>
                <c:pt idx="71">
                  <c:v>866</c:v>
                </c:pt>
                <c:pt idx="72">
                  <c:v>845</c:v>
                </c:pt>
                <c:pt idx="73">
                  <c:v>845</c:v>
                </c:pt>
                <c:pt idx="74">
                  <c:v>845</c:v>
                </c:pt>
                <c:pt idx="75">
                  <c:v>844</c:v>
                </c:pt>
                <c:pt idx="76">
                  <c:v>845</c:v>
                </c:pt>
                <c:pt idx="77">
                  <c:v>845</c:v>
                </c:pt>
                <c:pt idx="78">
                  <c:v>845</c:v>
                </c:pt>
                <c:pt idx="79">
                  <c:v>845</c:v>
                </c:pt>
                <c:pt idx="80">
                  <c:v>845</c:v>
                </c:pt>
                <c:pt idx="81">
                  <c:v>844</c:v>
                </c:pt>
                <c:pt idx="82">
                  <c:v>845</c:v>
                </c:pt>
                <c:pt idx="83">
                  <c:v>845</c:v>
                </c:pt>
                <c:pt idx="84">
                  <c:v>844</c:v>
                </c:pt>
                <c:pt idx="85">
                  <c:v>845</c:v>
                </c:pt>
                <c:pt idx="86">
                  <c:v>845</c:v>
                </c:pt>
                <c:pt idx="87">
                  <c:v>845</c:v>
                </c:pt>
                <c:pt idx="88">
                  <c:v>845</c:v>
                </c:pt>
                <c:pt idx="89">
                  <c:v>845</c:v>
                </c:pt>
                <c:pt idx="90">
                  <c:v>845</c:v>
                </c:pt>
                <c:pt idx="91">
                  <c:v>845</c:v>
                </c:pt>
                <c:pt idx="92">
                  <c:v>845</c:v>
                </c:pt>
                <c:pt idx="93">
                  <c:v>845</c:v>
                </c:pt>
                <c:pt idx="94">
                  <c:v>845</c:v>
                </c:pt>
                <c:pt idx="95">
                  <c:v>845</c:v>
                </c:pt>
                <c:pt idx="96">
                  <c:v>845</c:v>
                </c:pt>
                <c:pt idx="97">
                  <c:v>845</c:v>
                </c:pt>
                <c:pt idx="98">
                  <c:v>845</c:v>
                </c:pt>
                <c:pt idx="99">
                  <c:v>845</c:v>
                </c:pt>
                <c:pt idx="100">
                  <c:v>845</c:v>
                </c:pt>
                <c:pt idx="101">
                  <c:v>845</c:v>
                </c:pt>
                <c:pt idx="102">
                  <c:v>845</c:v>
                </c:pt>
                <c:pt idx="103">
                  <c:v>843</c:v>
                </c:pt>
                <c:pt idx="104">
                  <c:v>824</c:v>
                </c:pt>
                <c:pt idx="105">
                  <c:v>823</c:v>
                </c:pt>
                <c:pt idx="106">
                  <c:v>823</c:v>
                </c:pt>
                <c:pt idx="107">
                  <c:v>824</c:v>
                </c:pt>
                <c:pt idx="108">
                  <c:v>824</c:v>
                </c:pt>
                <c:pt idx="109">
                  <c:v>823</c:v>
                </c:pt>
                <c:pt idx="110">
                  <c:v>823</c:v>
                </c:pt>
                <c:pt idx="111">
                  <c:v>824</c:v>
                </c:pt>
                <c:pt idx="112">
                  <c:v>824</c:v>
                </c:pt>
                <c:pt idx="113">
                  <c:v>824</c:v>
                </c:pt>
                <c:pt idx="114">
                  <c:v>824</c:v>
                </c:pt>
                <c:pt idx="115">
                  <c:v>824</c:v>
                </c:pt>
                <c:pt idx="116">
                  <c:v>824</c:v>
                </c:pt>
                <c:pt idx="117">
                  <c:v>824</c:v>
                </c:pt>
                <c:pt idx="118">
                  <c:v>824</c:v>
                </c:pt>
                <c:pt idx="119">
                  <c:v>824</c:v>
                </c:pt>
                <c:pt idx="120">
                  <c:v>824</c:v>
                </c:pt>
                <c:pt idx="121">
                  <c:v>824</c:v>
                </c:pt>
                <c:pt idx="122">
                  <c:v>824</c:v>
                </c:pt>
                <c:pt idx="123">
                  <c:v>824</c:v>
                </c:pt>
                <c:pt idx="124">
                  <c:v>824</c:v>
                </c:pt>
                <c:pt idx="125">
                  <c:v>824</c:v>
                </c:pt>
                <c:pt idx="126">
                  <c:v>824</c:v>
                </c:pt>
                <c:pt idx="127">
                  <c:v>824</c:v>
                </c:pt>
                <c:pt idx="128">
                  <c:v>824</c:v>
                </c:pt>
                <c:pt idx="129">
                  <c:v>824</c:v>
                </c:pt>
                <c:pt idx="130">
                  <c:v>824</c:v>
                </c:pt>
                <c:pt idx="131">
                  <c:v>824</c:v>
                </c:pt>
                <c:pt idx="132">
                  <c:v>824</c:v>
                </c:pt>
                <c:pt idx="133">
                  <c:v>824</c:v>
                </c:pt>
                <c:pt idx="134">
                  <c:v>824</c:v>
                </c:pt>
                <c:pt idx="135">
                  <c:v>803</c:v>
                </c:pt>
                <c:pt idx="136">
                  <c:v>803</c:v>
                </c:pt>
                <c:pt idx="137">
                  <c:v>803</c:v>
                </c:pt>
                <c:pt idx="138">
                  <c:v>803</c:v>
                </c:pt>
                <c:pt idx="139">
                  <c:v>803</c:v>
                </c:pt>
                <c:pt idx="140">
                  <c:v>803</c:v>
                </c:pt>
                <c:pt idx="141">
                  <c:v>803</c:v>
                </c:pt>
                <c:pt idx="142">
                  <c:v>803</c:v>
                </c:pt>
                <c:pt idx="143">
                  <c:v>803</c:v>
                </c:pt>
                <c:pt idx="144">
                  <c:v>803</c:v>
                </c:pt>
                <c:pt idx="145">
                  <c:v>803</c:v>
                </c:pt>
                <c:pt idx="146">
                  <c:v>803</c:v>
                </c:pt>
                <c:pt idx="147">
                  <c:v>803</c:v>
                </c:pt>
                <c:pt idx="148">
                  <c:v>803</c:v>
                </c:pt>
                <c:pt idx="149">
                  <c:v>803</c:v>
                </c:pt>
                <c:pt idx="150">
                  <c:v>803</c:v>
                </c:pt>
                <c:pt idx="151">
                  <c:v>803</c:v>
                </c:pt>
                <c:pt idx="152">
                  <c:v>803</c:v>
                </c:pt>
                <c:pt idx="153">
                  <c:v>803</c:v>
                </c:pt>
                <c:pt idx="154">
                  <c:v>803</c:v>
                </c:pt>
                <c:pt idx="155">
                  <c:v>803</c:v>
                </c:pt>
                <c:pt idx="156">
                  <c:v>803</c:v>
                </c:pt>
                <c:pt idx="157">
                  <c:v>803</c:v>
                </c:pt>
                <c:pt idx="158">
                  <c:v>803</c:v>
                </c:pt>
                <c:pt idx="159">
                  <c:v>803</c:v>
                </c:pt>
                <c:pt idx="160">
                  <c:v>803</c:v>
                </c:pt>
                <c:pt idx="161">
                  <c:v>803</c:v>
                </c:pt>
                <c:pt idx="162">
                  <c:v>803</c:v>
                </c:pt>
                <c:pt idx="163">
                  <c:v>788</c:v>
                </c:pt>
                <c:pt idx="164">
                  <c:v>782</c:v>
                </c:pt>
                <c:pt idx="165">
                  <c:v>782</c:v>
                </c:pt>
                <c:pt idx="166">
                  <c:v>782</c:v>
                </c:pt>
                <c:pt idx="167">
                  <c:v>782</c:v>
                </c:pt>
                <c:pt idx="168">
                  <c:v>782</c:v>
                </c:pt>
                <c:pt idx="169">
                  <c:v>782</c:v>
                </c:pt>
                <c:pt idx="170">
                  <c:v>782</c:v>
                </c:pt>
                <c:pt idx="171">
                  <c:v>782</c:v>
                </c:pt>
                <c:pt idx="172">
                  <c:v>782</c:v>
                </c:pt>
                <c:pt idx="173">
                  <c:v>782</c:v>
                </c:pt>
                <c:pt idx="174">
                  <c:v>782</c:v>
                </c:pt>
                <c:pt idx="175">
                  <c:v>782</c:v>
                </c:pt>
                <c:pt idx="176">
                  <c:v>782</c:v>
                </c:pt>
                <c:pt idx="177">
                  <c:v>782</c:v>
                </c:pt>
                <c:pt idx="178">
                  <c:v>782</c:v>
                </c:pt>
                <c:pt idx="179">
                  <c:v>782</c:v>
                </c:pt>
                <c:pt idx="180">
                  <c:v>782</c:v>
                </c:pt>
                <c:pt idx="181">
                  <c:v>782</c:v>
                </c:pt>
                <c:pt idx="182">
                  <c:v>782</c:v>
                </c:pt>
                <c:pt idx="183">
                  <c:v>782</c:v>
                </c:pt>
                <c:pt idx="184">
                  <c:v>782</c:v>
                </c:pt>
                <c:pt idx="185">
                  <c:v>782</c:v>
                </c:pt>
                <c:pt idx="186">
                  <c:v>782</c:v>
                </c:pt>
                <c:pt idx="187">
                  <c:v>782</c:v>
                </c:pt>
                <c:pt idx="188">
                  <c:v>782</c:v>
                </c:pt>
                <c:pt idx="189">
                  <c:v>782</c:v>
                </c:pt>
                <c:pt idx="190">
                  <c:v>782</c:v>
                </c:pt>
                <c:pt idx="191">
                  <c:v>782</c:v>
                </c:pt>
                <c:pt idx="192">
                  <c:v>782</c:v>
                </c:pt>
                <c:pt idx="193">
                  <c:v>782</c:v>
                </c:pt>
                <c:pt idx="194">
                  <c:v>762</c:v>
                </c:pt>
                <c:pt idx="195">
                  <c:v>764</c:v>
                </c:pt>
                <c:pt idx="196">
                  <c:v>762</c:v>
                </c:pt>
                <c:pt idx="197">
                  <c:v>763</c:v>
                </c:pt>
                <c:pt idx="198">
                  <c:v>762</c:v>
                </c:pt>
                <c:pt idx="199">
                  <c:v>763</c:v>
                </c:pt>
                <c:pt idx="200">
                  <c:v>763</c:v>
                </c:pt>
                <c:pt idx="201">
                  <c:v>763</c:v>
                </c:pt>
                <c:pt idx="202">
                  <c:v>764</c:v>
                </c:pt>
                <c:pt idx="203">
                  <c:v>764</c:v>
                </c:pt>
                <c:pt idx="204">
                  <c:v>764</c:v>
                </c:pt>
                <c:pt idx="205">
                  <c:v>764</c:v>
                </c:pt>
                <c:pt idx="206">
                  <c:v>763</c:v>
                </c:pt>
                <c:pt idx="207">
                  <c:v>763</c:v>
                </c:pt>
                <c:pt idx="208">
                  <c:v>762</c:v>
                </c:pt>
                <c:pt idx="209">
                  <c:v>763</c:v>
                </c:pt>
                <c:pt idx="210">
                  <c:v>763</c:v>
                </c:pt>
                <c:pt idx="211">
                  <c:v>764</c:v>
                </c:pt>
                <c:pt idx="212">
                  <c:v>764</c:v>
                </c:pt>
                <c:pt idx="213">
                  <c:v>763</c:v>
                </c:pt>
                <c:pt idx="214">
                  <c:v>764</c:v>
                </c:pt>
                <c:pt idx="215">
                  <c:v>764</c:v>
                </c:pt>
                <c:pt idx="216">
                  <c:v>763</c:v>
                </c:pt>
                <c:pt idx="217">
                  <c:v>762</c:v>
                </c:pt>
                <c:pt idx="218">
                  <c:v>764</c:v>
                </c:pt>
                <c:pt idx="219">
                  <c:v>764</c:v>
                </c:pt>
                <c:pt idx="220">
                  <c:v>762</c:v>
                </c:pt>
                <c:pt idx="221">
                  <c:v>764</c:v>
                </c:pt>
                <c:pt idx="222">
                  <c:v>764</c:v>
                </c:pt>
                <c:pt idx="223">
                  <c:v>763</c:v>
                </c:pt>
                <c:pt idx="224">
                  <c:v>764</c:v>
                </c:pt>
                <c:pt idx="225">
                  <c:v>764</c:v>
                </c:pt>
                <c:pt idx="226">
                  <c:v>743</c:v>
                </c:pt>
                <c:pt idx="227">
                  <c:v>743</c:v>
                </c:pt>
                <c:pt idx="228">
                  <c:v>743</c:v>
                </c:pt>
                <c:pt idx="229">
                  <c:v>743</c:v>
                </c:pt>
                <c:pt idx="230">
                  <c:v>743</c:v>
                </c:pt>
                <c:pt idx="231">
                  <c:v>743</c:v>
                </c:pt>
                <c:pt idx="232">
                  <c:v>743</c:v>
                </c:pt>
                <c:pt idx="233">
                  <c:v>743</c:v>
                </c:pt>
                <c:pt idx="234">
                  <c:v>743</c:v>
                </c:pt>
                <c:pt idx="235">
                  <c:v>743</c:v>
                </c:pt>
                <c:pt idx="236">
                  <c:v>743</c:v>
                </c:pt>
                <c:pt idx="237">
                  <c:v>743</c:v>
                </c:pt>
                <c:pt idx="238">
                  <c:v>743</c:v>
                </c:pt>
                <c:pt idx="239">
                  <c:v>743</c:v>
                </c:pt>
                <c:pt idx="240">
                  <c:v>743</c:v>
                </c:pt>
                <c:pt idx="241">
                  <c:v>743</c:v>
                </c:pt>
                <c:pt idx="242">
                  <c:v>743</c:v>
                </c:pt>
                <c:pt idx="243">
                  <c:v>743</c:v>
                </c:pt>
                <c:pt idx="244">
                  <c:v>743</c:v>
                </c:pt>
                <c:pt idx="245">
                  <c:v>743</c:v>
                </c:pt>
                <c:pt idx="246">
                  <c:v>743</c:v>
                </c:pt>
                <c:pt idx="247">
                  <c:v>743</c:v>
                </c:pt>
                <c:pt idx="248">
                  <c:v>743</c:v>
                </c:pt>
                <c:pt idx="249">
                  <c:v>744</c:v>
                </c:pt>
                <c:pt idx="250">
                  <c:v>744</c:v>
                </c:pt>
                <c:pt idx="251">
                  <c:v>743</c:v>
                </c:pt>
                <c:pt idx="252">
                  <c:v>743</c:v>
                </c:pt>
                <c:pt idx="253">
                  <c:v>743</c:v>
                </c:pt>
                <c:pt idx="254">
                  <c:v>744</c:v>
                </c:pt>
                <c:pt idx="255">
                  <c:v>744</c:v>
                </c:pt>
                <c:pt idx="256">
                  <c:v>725</c:v>
                </c:pt>
                <c:pt idx="257">
                  <c:v>725</c:v>
                </c:pt>
                <c:pt idx="258">
                  <c:v>725</c:v>
                </c:pt>
                <c:pt idx="259">
                  <c:v>725</c:v>
                </c:pt>
                <c:pt idx="260">
                  <c:v>725</c:v>
                </c:pt>
                <c:pt idx="261">
                  <c:v>725</c:v>
                </c:pt>
                <c:pt idx="262">
                  <c:v>725</c:v>
                </c:pt>
                <c:pt idx="263">
                  <c:v>725</c:v>
                </c:pt>
                <c:pt idx="264">
                  <c:v>725</c:v>
                </c:pt>
                <c:pt idx="265">
                  <c:v>725</c:v>
                </c:pt>
                <c:pt idx="266">
                  <c:v>725</c:v>
                </c:pt>
                <c:pt idx="267">
                  <c:v>725</c:v>
                </c:pt>
                <c:pt idx="268">
                  <c:v>725</c:v>
                </c:pt>
                <c:pt idx="269">
                  <c:v>725</c:v>
                </c:pt>
                <c:pt idx="270">
                  <c:v>725</c:v>
                </c:pt>
                <c:pt idx="271">
                  <c:v>725</c:v>
                </c:pt>
                <c:pt idx="272">
                  <c:v>725</c:v>
                </c:pt>
                <c:pt idx="273">
                  <c:v>725</c:v>
                </c:pt>
                <c:pt idx="274">
                  <c:v>725</c:v>
                </c:pt>
                <c:pt idx="275">
                  <c:v>725</c:v>
                </c:pt>
                <c:pt idx="276">
                  <c:v>725</c:v>
                </c:pt>
                <c:pt idx="277">
                  <c:v>725</c:v>
                </c:pt>
                <c:pt idx="278">
                  <c:v>725</c:v>
                </c:pt>
                <c:pt idx="279">
                  <c:v>725</c:v>
                </c:pt>
                <c:pt idx="280">
                  <c:v>725</c:v>
                </c:pt>
                <c:pt idx="281">
                  <c:v>725</c:v>
                </c:pt>
                <c:pt idx="282">
                  <c:v>725</c:v>
                </c:pt>
                <c:pt idx="283">
                  <c:v>725</c:v>
                </c:pt>
                <c:pt idx="284">
                  <c:v>725</c:v>
                </c:pt>
                <c:pt idx="285">
                  <c:v>725</c:v>
                </c:pt>
                <c:pt idx="286">
                  <c:v>718</c:v>
                </c:pt>
                <c:pt idx="287">
                  <c:v>704</c:v>
                </c:pt>
                <c:pt idx="288">
                  <c:v>704</c:v>
                </c:pt>
                <c:pt idx="289">
                  <c:v>704</c:v>
                </c:pt>
                <c:pt idx="290">
                  <c:v>704</c:v>
                </c:pt>
                <c:pt idx="291">
                  <c:v>704</c:v>
                </c:pt>
                <c:pt idx="292">
                  <c:v>704</c:v>
                </c:pt>
                <c:pt idx="293">
                  <c:v>705</c:v>
                </c:pt>
                <c:pt idx="294">
                  <c:v>705</c:v>
                </c:pt>
                <c:pt idx="295">
                  <c:v>705</c:v>
                </c:pt>
                <c:pt idx="296">
                  <c:v>706</c:v>
                </c:pt>
                <c:pt idx="297">
                  <c:v>704</c:v>
                </c:pt>
                <c:pt idx="298">
                  <c:v>705</c:v>
                </c:pt>
                <c:pt idx="299">
                  <c:v>705</c:v>
                </c:pt>
                <c:pt idx="300">
                  <c:v>704</c:v>
                </c:pt>
                <c:pt idx="301">
                  <c:v>705</c:v>
                </c:pt>
                <c:pt idx="302">
                  <c:v>705</c:v>
                </c:pt>
                <c:pt idx="303">
                  <c:v>704</c:v>
                </c:pt>
                <c:pt idx="304">
                  <c:v>704</c:v>
                </c:pt>
                <c:pt idx="305">
                  <c:v>704</c:v>
                </c:pt>
                <c:pt idx="306">
                  <c:v>705</c:v>
                </c:pt>
                <c:pt idx="307">
                  <c:v>704</c:v>
                </c:pt>
                <c:pt idx="308">
                  <c:v>704</c:v>
                </c:pt>
                <c:pt idx="309">
                  <c:v>704</c:v>
                </c:pt>
                <c:pt idx="310">
                  <c:v>705</c:v>
                </c:pt>
                <c:pt idx="311">
                  <c:v>704</c:v>
                </c:pt>
                <c:pt idx="312">
                  <c:v>704</c:v>
                </c:pt>
                <c:pt idx="313">
                  <c:v>704</c:v>
                </c:pt>
                <c:pt idx="314">
                  <c:v>704</c:v>
                </c:pt>
                <c:pt idx="315">
                  <c:v>704</c:v>
                </c:pt>
                <c:pt idx="316">
                  <c:v>703</c:v>
                </c:pt>
                <c:pt idx="317">
                  <c:v>686</c:v>
                </c:pt>
                <c:pt idx="318">
                  <c:v>686</c:v>
                </c:pt>
                <c:pt idx="319">
                  <c:v>686</c:v>
                </c:pt>
                <c:pt idx="320">
                  <c:v>686</c:v>
                </c:pt>
                <c:pt idx="321">
                  <c:v>686</c:v>
                </c:pt>
                <c:pt idx="322">
                  <c:v>686</c:v>
                </c:pt>
                <c:pt idx="323">
                  <c:v>686</c:v>
                </c:pt>
                <c:pt idx="324">
                  <c:v>686</c:v>
                </c:pt>
                <c:pt idx="325">
                  <c:v>686</c:v>
                </c:pt>
                <c:pt idx="326">
                  <c:v>686</c:v>
                </c:pt>
                <c:pt idx="327">
                  <c:v>686</c:v>
                </c:pt>
                <c:pt idx="328">
                  <c:v>686</c:v>
                </c:pt>
                <c:pt idx="329">
                  <c:v>686</c:v>
                </c:pt>
                <c:pt idx="330">
                  <c:v>686</c:v>
                </c:pt>
                <c:pt idx="331">
                  <c:v>686</c:v>
                </c:pt>
                <c:pt idx="332">
                  <c:v>686</c:v>
                </c:pt>
                <c:pt idx="333">
                  <c:v>686</c:v>
                </c:pt>
                <c:pt idx="334">
                  <c:v>686</c:v>
                </c:pt>
                <c:pt idx="335">
                  <c:v>686</c:v>
                </c:pt>
                <c:pt idx="336">
                  <c:v>686</c:v>
                </c:pt>
                <c:pt idx="337">
                  <c:v>686</c:v>
                </c:pt>
                <c:pt idx="338">
                  <c:v>686</c:v>
                </c:pt>
                <c:pt idx="339">
                  <c:v>686</c:v>
                </c:pt>
                <c:pt idx="340">
                  <c:v>686</c:v>
                </c:pt>
                <c:pt idx="341">
                  <c:v>686</c:v>
                </c:pt>
                <c:pt idx="342">
                  <c:v>686</c:v>
                </c:pt>
                <c:pt idx="343">
                  <c:v>686</c:v>
                </c:pt>
                <c:pt idx="344">
                  <c:v>686</c:v>
                </c:pt>
                <c:pt idx="345">
                  <c:v>686</c:v>
                </c:pt>
                <c:pt idx="346">
                  <c:v>686</c:v>
                </c:pt>
                <c:pt idx="347">
                  <c:v>686</c:v>
                </c:pt>
                <c:pt idx="348">
                  <c:v>665</c:v>
                </c:pt>
                <c:pt idx="349">
                  <c:v>665</c:v>
                </c:pt>
                <c:pt idx="350">
                  <c:v>665</c:v>
                </c:pt>
                <c:pt idx="351">
                  <c:v>665</c:v>
                </c:pt>
                <c:pt idx="352">
                  <c:v>666</c:v>
                </c:pt>
                <c:pt idx="353">
                  <c:v>666</c:v>
                </c:pt>
                <c:pt idx="354">
                  <c:v>666</c:v>
                </c:pt>
                <c:pt idx="355">
                  <c:v>665</c:v>
                </c:pt>
                <c:pt idx="356">
                  <c:v>666</c:v>
                </c:pt>
                <c:pt idx="357">
                  <c:v>666</c:v>
                </c:pt>
                <c:pt idx="358">
                  <c:v>666</c:v>
                </c:pt>
                <c:pt idx="359">
                  <c:v>666</c:v>
                </c:pt>
                <c:pt idx="360">
                  <c:v>666</c:v>
                </c:pt>
                <c:pt idx="361">
                  <c:v>666</c:v>
                </c:pt>
                <c:pt idx="362">
                  <c:v>666</c:v>
                </c:pt>
                <c:pt idx="363">
                  <c:v>666</c:v>
                </c:pt>
                <c:pt idx="364">
                  <c:v>665</c:v>
                </c:pt>
                <c:pt idx="365">
                  <c:v>665</c:v>
                </c:pt>
                <c:pt idx="366">
                  <c:v>665</c:v>
                </c:pt>
                <c:pt idx="367">
                  <c:v>665</c:v>
                </c:pt>
                <c:pt idx="368">
                  <c:v>665</c:v>
                </c:pt>
                <c:pt idx="369">
                  <c:v>665</c:v>
                </c:pt>
                <c:pt idx="370">
                  <c:v>666</c:v>
                </c:pt>
                <c:pt idx="371">
                  <c:v>665</c:v>
                </c:pt>
                <c:pt idx="372">
                  <c:v>665</c:v>
                </c:pt>
                <c:pt idx="373">
                  <c:v>665</c:v>
                </c:pt>
                <c:pt idx="374">
                  <c:v>665</c:v>
                </c:pt>
                <c:pt idx="375">
                  <c:v>665</c:v>
                </c:pt>
                <c:pt idx="376">
                  <c:v>663</c:v>
                </c:pt>
                <c:pt idx="377">
                  <c:v>644</c:v>
                </c:pt>
                <c:pt idx="378">
                  <c:v>645</c:v>
                </c:pt>
                <c:pt idx="379">
                  <c:v>646</c:v>
                </c:pt>
                <c:pt idx="380">
                  <c:v>644</c:v>
                </c:pt>
                <c:pt idx="381">
                  <c:v>645</c:v>
                </c:pt>
                <c:pt idx="382">
                  <c:v>645</c:v>
                </c:pt>
                <c:pt idx="383">
                  <c:v>647</c:v>
                </c:pt>
                <c:pt idx="384">
                  <c:v>647</c:v>
                </c:pt>
                <c:pt idx="385">
                  <c:v>647</c:v>
                </c:pt>
                <c:pt idx="386">
                  <c:v>647</c:v>
                </c:pt>
                <c:pt idx="387">
                  <c:v>647</c:v>
                </c:pt>
                <c:pt idx="388">
                  <c:v>647</c:v>
                </c:pt>
                <c:pt idx="389">
                  <c:v>647</c:v>
                </c:pt>
                <c:pt idx="390">
                  <c:v>647</c:v>
                </c:pt>
                <c:pt idx="391">
                  <c:v>647</c:v>
                </c:pt>
                <c:pt idx="392">
                  <c:v>646</c:v>
                </c:pt>
                <c:pt idx="393">
                  <c:v>647</c:v>
                </c:pt>
                <c:pt idx="394">
                  <c:v>647</c:v>
                </c:pt>
                <c:pt idx="395">
                  <c:v>645</c:v>
                </c:pt>
                <c:pt idx="396">
                  <c:v>646</c:v>
                </c:pt>
                <c:pt idx="397">
                  <c:v>646</c:v>
                </c:pt>
                <c:pt idx="398">
                  <c:v>645</c:v>
                </c:pt>
                <c:pt idx="399">
                  <c:v>647</c:v>
                </c:pt>
                <c:pt idx="400">
                  <c:v>646</c:v>
                </c:pt>
                <c:pt idx="401">
                  <c:v>645</c:v>
                </c:pt>
                <c:pt idx="402">
                  <c:v>645</c:v>
                </c:pt>
                <c:pt idx="403">
                  <c:v>645</c:v>
                </c:pt>
                <c:pt idx="404">
                  <c:v>645</c:v>
                </c:pt>
                <c:pt idx="405">
                  <c:v>645</c:v>
                </c:pt>
                <c:pt idx="406">
                  <c:v>644</c:v>
                </c:pt>
                <c:pt idx="407">
                  <c:v>644</c:v>
                </c:pt>
                <c:pt idx="408">
                  <c:v>623</c:v>
                </c:pt>
                <c:pt idx="409">
                  <c:v>623</c:v>
                </c:pt>
                <c:pt idx="410">
                  <c:v>623</c:v>
                </c:pt>
                <c:pt idx="411">
                  <c:v>623</c:v>
                </c:pt>
                <c:pt idx="412">
                  <c:v>623</c:v>
                </c:pt>
                <c:pt idx="413">
                  <c:v>625</c:v>
                </c:pt>
                <c:pt idx="414">
                  <c:v>626</c:v>
                </c:pt>
                <c:pt idx="415">
                  <c:v>624</c:v>
                </c:pt>
                <c:pt idx="416">
                  <c:v>624</c:v>
                </c:pt>
                <c:pt idx="417">
                  <c:v>624</c:v>
                </c:pt>
                <c:pt idx="418">
                  <c:v>623</c:v>
                </c:pt>
                <c:pt idx="419">
                  <c:v>623</c:v>
                </c:pt>
                <c:pt idx="420">
                  <c:v>623</c:v>
                </c:pt>
                <c:pt idx="421">
                  <c:v>623</c:v>
                </c:pt>
                <c:pt idx="422">
                  <c:v>623</c:v>
                </c:pt>
                <c:pt idx="423">
                  <c:v>623</c:v>
                </c:pt>
                <c:pt idx="424">
                  <c:v>623</c:v>
                </c:pt>
                <c:pt idx="425">
                  <c:v>622</c:v>
                </c:pt>
                <c:pt idx="426">
                  <c:v>621</c:v>
                </c:pt>
                <c:pt idx="427">
                  <c:v>621</c:v>
                </c:pt>
                <c:pt idx="428">
                  <c:v>623</c:v>
                </c:pt>
                <c:pt idx="429">
                  <c:v>623</c:v>
                </c:pt>
                <c:pt idx="430">
                  <c:v>623</c:v>
                </c:pt>
                <c:pt idx="431">
                  <c:v>623</c:v>
                </c:pt>
                <c:pt idx="432">
                  <c:v>622</c:v>
                </c:pt>
                <c:pt idx="433">
                  <c:v>621</c:v>
                </c:pt>
                <c:pt idx="434">
                  <c:v>621</c:v>
                </c:pt>
                <c:pt idx="435">
                  <c:v>621</c:v>
                </c:pt>
                <c:pt idx="436">
                  <c:v>621</c:v>
                </c:pt>
                <c:pt idx="437">
                  <c:v>622</c:v>
                </c:pt>
                <c:pt idx="438">
                  <c:v>622</c:v>
                </c:pt>
                <c:pt idx="439">
                  <c:v>621</c:v>
                </c:pt>
                <c:pt idx="440">
                  <c:v>602</c:v>
                </c:pt>
                <c:pt idx="441">
                  <c:v>601</c:v>
                </c:pt>
                <c:pt idx="442">
                  <c:v>603</c:v>
                </c:pt>
                <c:pt idx="443">
                  <c:v>603</c:v>
                </c:pt>
                <c:pt idx="444">
                  <c:v>602</c:v>
                </c:pt>
                <c:pt idx="445">
                  <c:v>602</c:v>
                </c:pt>
                <c:pt idx="446">
                  <c:v>602</c:v>
                </c:pt>
                <c:pt idx="447">
                  <c:v>602</c:v>
                </c:pt>
                <c:pt idx="448">
                  <c:v>602</c:v>
                </c:pt>
                <c:pt idx="449">
                  <c:v>602</c:v>
                </c:pt>
                <c:pt idx="450">
                  <c:v>605</c:v>
                </c:pt>
                <c:pt idx="451">
                  <c:v>605</c:v>
                </c:pt>
                <c:pt idx="452">
                  <c:v>605</c:v>
                </c:pt>
                <c:pt idx="453">
                  <c:v>603</c:v>
                </c:pt>
                <c:pt idx="454">
                  <c:v>604</c:v>
                </c:pt>
                <c:pt idx="455">
                  <c:v>602</c:v>
                </c:pt>
                <c:pt idx="456">
                  <c:v>602</c:v>
                </c:pt>
                <c:pt idx="457">
                  <c:v>602</c:v>
                </c:pt>
                <c:pt idx="458">
                  <c:v>602</c:v>
                </c:pt>
                <c:pt idx="459">
                  <c:v>602</c:v>
                </c:pt>
                <c:pt idx="460">
                  <c:v>601</c:v>
                </c:pt>
                <c:pt idx="461">
                  <c:v>602</c:v>
                </c:pt>
                <c:pt idx="462">
                  <c:v>601</c:v>
                </c:pt>
                <c:pt idx="463">
                  <c:v>599</c:v>
                </c:pt>
                <c:pt idx="464">
                  <c:v>599</c:v>
                </c:pt>
                <c:pt idx="465">
                  <c:v>600</c:v>
                </c:pt>
                <c:pt idx="466">
                  <c:v>599</c:v>
                </c:pt>
                <c:pt idx="467">
                  <c:v>600</c:v>
                </c:pt>
                <c:pt idx="468">
                  <c:v>579</c:v>
                </c:pt>
                <c:pt idx="469">
                  <c:v>581</c:v>
                </c:pt>
                <c:pt idx="470">
                  <c:v>581</c:v>
                </c:pt>
                <c:pt idx="471">
                  <c:v>581</c:v>
                </c:pt>
                <c:pt idx="472">
                  <c:v>581</c:v>
                </c:pt>
                <c:pt idx="473">
                  <c:v>582</c:v>
                </c:pt>
                <c:pt idx="474">
                  <c:v>581</c:v>
                </c:pt>
                <c:pt idx="475">
                  <c:v>582</c:v>
                </c:pt>
                <c:pt idx="476">
                  <c:v>581</c:v>
                </c:pt>
                <c:pt idx="477">
                  <c:v>581</c:v>
                </c:pt>
                <c:pt idx="478">
                  <c:v>581</c:v>
                </c:pt>
                <c:pt idx="479">
                  <c:v>582</c:v>
                </c:pt>
                <c:pt idx="480">
                  <c:v>581</c:v>
                </c:pt>
                <c:pt idx="481">
                  <c:v>582</c:v>
                </c:pt>
                <c:pt idx="482">
                  <c:v>582</c:v>
                </c:pt>
                <c:pt idx="483">
                  <c:v>581</c:v>
                </c:pt>
                <c:pt idx="484">
                  <c:v>581</c:v>
                </c:pt>
                <c:pt idx="485">
                  <c:v>581</c:v>
                </c:pt>
                <c:pt idx="486">
                  <c:v>580</c:v>
                </c:pt>
                <c:pt idx="487">
                  <c:v>579</c:v>
                </c:pt>
                <c:pt idx="488">
                  <c:v>578</c:v>
                </c:pt>
                <c:pt idx="489">
                  <c:v>579</c:v>
                </c:pt>
                <c:pt idx="490">
                  <c:v>578</c:v>
                </c:pt>
                <c:pt idx="491">
                  <c:v>579</c:v>
                </c:pt>
                <c:pt idx="492">
                  <c:v>581</c:v>
                </c:pt>
                <c:pt idx="493">
                  <c:v>581</c:v>
                </c:pt>
                <c:pt idx="494">
                  <c:v>580</c:v>
                </c:pt>
                <c:pt idx="495">
                  <c:v>579</c:v>
                </c:pt>
                <c:pt idx="496">
                  <c:v>578</c:v>
                </c:pt>
                <c:pt idx="497">
                  <c:v>578</c:v>
                </c:pt>
                <c:pt idx="498">
                  <c:v>577</c:v>
                </c:pt>
                <c:pt idx="499">
                  <c:v>557</c:v>
                </c:pt>
                <c:pt idx="500">
                  <c:v>557</c:v>
                </c:pt>
                <c:pt idx="501">
                  <c:v>557</c:v>
                </c:pt>
                <c:pt idx="502">
                  <c:v>557</c:v>
                </c:pt>
                <c:pt idx="503">
                  <c:v>557</c:v>
                </c:pt>
                <c:pt idx="504">
                  <c:v>557</c:v>
                </c:pt>
                <c:pt idx="505">
                  <c:v>557</c:v>
                </c:pt>
                <c:pt idx="506">
                  <c:v>557</c:v>
                </c:pt>
                <c:pt idx="507">
                  <c:v>557</c:v>
                </c:pt>
                <c:pt idx="508">
                  <c:v>557</c:v>
                </c:pt>
                <c:pt idx="509">
                  <c:v>555</c:v>
                </c:pt>
                <c:pt idx="510">
                  <c:v>559</c:v>
                </c:pt>
                <c:pt idx="511">
                  <c:v>557</c:v>
                </c:pt>
                <c:pt idx="512">
                  <c:v>557</c:v>
                </c:pt>
                <c:pt idx="513">
                  <c:v>556</c:v>
                </c:pt>
                <c:pt idx="514">
                  <c:v>555</c:v>
                </c:pt>
                <c:pt idx="515">
                  <c:v>557</c:v>
                </c:pt>
                <c:pt idx="516">
                  <c:v>557</c:v>
                </c:pt>
                <c:pt idx="517">
                  <c:v>557</c:v>
                </c:pt>
                <c:pt idx="518">
                  <c:v>557</c:v>
                </c:pt>
                <c:pt idx="519">
                  <c:v>557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B06E-48A9-BD24-8F2C837CF42F}"/>
            </c:ext>
          </c:extLst>
        </c:ser>
        <c:ser>
          <c:idx val="10"/>
          <c:order val="10"/>
          <c:tx>
            <c:strRef>
              <c:f>Sheet1!$W$1</c:f>
              <c:strCache>
                <c:ptCount val="1"/>
                <c:pt idx="0">
                  <c:v>cell11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Sheet1!$W$2:$W$521</c:f>
              <c:numCache>
                <c:formatCode>General</c:formatCode>
                <c:ptCount val="520"/>
                <c:pt idx="0">
                  <c:v>959</c:v>
                </c:pt>
                <c:pt idx="1">
                  <c:v>959</c:v>
                </c:pt>
                <c:pt idx="2">
                  <c:v>959</c:v>
                </c:pt>
                <c:pt idx="3">
                  <c:v>959</c:v>
                </c:pt>
                <c:pt idx="4">
                  <c:v>957</c:v>
                </c:pt>
                <c:pt idx="5">
                  <c:v>956</c:v>
                </c:pt>
                <c:pt idx="6">
                  <c:v>956</c:v>
                </c:pt>
                <c:pt idx="7">
                  <c:v>956</c:v>
                </c:pt>
                <c:pt idx="8">
                  <c:v>956</c:v>
                </c:pt>
                <c:pt idx="9">
                  <c:v>956</c:v>
                </c:pt>
                <c:pt idx="10">
                  <c:v>887</c:v>
                </c:pt>
                <c:pt idx="11">
                  <c:v>887</c:v>
                </c:pt>
                <c:pt idx="12">
                  <c:v>887</c:v>
                </c:pt>
                <c:pt idx="13">
                  <c:v>887</c:v>
                </c:pt>
                <c:pt idx="14">
                  <c:v>887</c:v>
                </c:pt>
                <c:pt idx="15">
                  <c:v>887</c:v>
                </c:pt>
                <c:pt idx="16">
                  <c:v>887</c:v>
                </c:pt>
                <c:pt idx="17">
                  <c:v>887</c:v>
                </c:pt>
                <c:pt idx="18">
                  <c:v>887</c:v>
                </c:pt>
                <c:pt idx="19">
                  <c:v>887</c:v>
                </c:pt>
                <c:pt idx="20">
                  <c:v>887</c:v>
                </c:pt>
                <c:pt idx="21">
                  <c:v>887</c:v>
                </c:pt>
                <c:pt idx="22">
                  <c:v>887</c:v>
                </c:pt>
                <c:pt idx="23">
                  <c:v>887</c:v>
                </c:pt>
                <c:pt idx="24">
                  <c:v>887</c:v>
                </c:pt>
                <c:pt idx="25">
                  <c:v>887</c:v>
                </c:pt>
                <c:pt idx="26">
                  <c:v>887</c:v>
                </c:pt>
                <c:pt idx="27">
                  <c:v>887</c:v>
                </c:pt>
                <c:pt idx="28">
                  <c:v>887</c:v>
                </c:pt>
                <c:pt idx="29">
                  <c:v>887</c:v>
                </c:pt>
                <c:pt idx="30">
                  <c:v>887</c:v>
                </c:pt>
                <c:pt idx="31">
                  <c:v>887</c:v>
                </c:pt>
                <c:pt idx="32">
                  <c:v>887</c:v>
                </c:pt>
                <c:pt idx="33">
                  <c:v>887</c:v>
                </c:pt>
                <c:pt idx="34">
                  <c:v>887</c:v>
                </c:pt>
                <c:pt idx="35">
                  <c:v>887</c:v>
                </c:pt>
                <c:pt idx="36">
                  <c:v>887</c:v>
                </c:pt>
                <c:pt idx="37">
                  <c:v>887</c:v>
                </c:pt>
                <c:pt idx="38">
                  <c:v>887</c:v>
                </c:pt>
                <c:pt idx="39">
                  <c:v>887</c:v>
                </c:pt>
                <c:pt idx="40">
                  <c:v>887</c:v>
                </c:pt>
                <c:pt idx="41">
                  <c:v>864</c:v>
                </c:pt>
                <c:pt idx="42">
                  <c:v>865</c:v>
                </c:pt>
                <c:pt idx="43">
                  <c:v>865</c:v>
                </c:pt>
                <c:pt idx="44">
                  <c:v>864</c:v>
                </c:pt>
                <c:pt idx="45">
                  <c:v>866</c:v>
                </c:pt>
                <c:pt idx="46">
                  <c:v>866</c:v>
                </c:pt>
                <c:pt idx="47">
                  <c:v>865</c:v>
                </c:pt>
                <c:pt idx="48">
                  <c:v>864</c:v>
                </c:pt>
                <c:pt idx="49">
                  <c:v>865</c:v>
                </c:pt>
                <c:pt idx="50">
                  <c:v>865</c:v>
                </c:pt>
                <c:pt idx="51">
                  <c:v>865</c:v>
                </c:pt>
                <c:pt idx="52">
                  <c:v>865</c:v>
                </c:pt>
                <c:pt idx="53">
                  <c:v>866</c:v>
                </c:pt>
                <c:pt idx="54">
                  <c:v>865</c:v>
                </c:pt>
                <c:pt idx="55">
                  <c:v>865</c:v>
                </c:pt>
                <c:pt idx="56">
                  <c:v>866</c:v>
                </c:pt>
                <c:pt idx="57">
                  <c:v>865</c:v>
                </c:pt>
                <c:pt idx="58">
                  <c:v>865</c:v>
                </c:pt>
                <c:pt idx="59">
                  <c:v>865</c:v>
                </c:pt>
                <c:pt idx="60">
                  <c:v>866</c:v>
                </c:pt>
                <c:pt idx="61">
                  <c:v>865</c:v>
                </c:pt>
                <c:pt idx="62">
                  <c:v>865</c:v>
                </c:pt>
                <c:pt idx="63">
                  <c:v>866</c:v>
                </c:pt>
                <c:pt idx="64">
                  <c:v>866</c:v>
                </c:pt>
                <c:pt idx="65">
                  <c:v>865</c:v>
                </c:pt>
                <c:pt idx="66">
                  <c:v>864</c:v>
                </c:pt>
                <c:pt idx="67">
                  <c:v>865</c:v>
                </c:pt>
                <c:pt idx="68">
                  <c:v>865</c:v>
                </c:pt>
                <c:pt idx="69">
                  <c:v>865</c:v>
                </c:pt>
                <c:pt idx="70">
                  <c:v>865</c:v>
                </c:pt>
                <c:pt idx="71">
                  <c:v>866</c:v>
                </c:pt>
                <c:pt idx="72">
                  <c:v>843</c:v>
                </c:pt>
                <c:pt idx="73">
                  <c:v>842</c:v>
                </c:pt>
                <c:pt idx="74">
                  <c:v>843</c:v>
                </c:pt>
                <c:pt idx="75">
                  <c:v>844</c:v>
                </c:pt>
                <c:pt idx="76">
                  <c:v>843</c:v>
                </c:pt>
                <c:pt idx="77">
                  <c:v>844</c:v>
                </c:pt>
                <c:pt idx="78">
                  <c:v>844</c:v>
                </c:pt>
                <c:pt idx="79">
                  <c:v>844</c:v>
                </c:pt>
                <c:pt idx="80">
                  <c:v>844</c:v>
                </c:pt>
                <c:pt idx="81">
                  <c:v>844</c:v>
                </c:pt>
                <c:pt idx="82">
                  <c:v>843</c:v>
                </c:pt>
                <c:pt idx="83">
                  <c:v>842</c:v>
                </c:pt>
                <c:pt idx="84">
                  <c:v>843</c:v>
                </c:pt>
                <c:pt idx="85">
                  <c:v>843</c:v>
                </c:pt>
                <c:pt idx="86">
                  <c:v>844</c:v>
                </c:pt>
                <c:pt idx="87">
                  <c:v>844</c:v>
                </c:pt>
                <c:pt idx="88">
                  <c:v>843</c:v>
                </c:pt>
                <c:pt idx="89">
                  <c:v>843</c:v>
                </c:pt>
                <c:pt idx="90">
                  <c:v>844</c:v>
                </c:pt>
                <c:pt idx="91">
                  <c:v>844</c:v>
                </c:pt>
                <c:pt idx="92">
                  <c:v>843</c:v>
                </c:pt>
                <c:pt idx="93">
                  <c:v>844</c:v>
                </c:pt>
                <c:pt idx="94">
                  <c:v>844</c:v>
                </c:pt>
                <c:pt idx="95">
                  <c:v>844</c:v>
                </c:pt>
                <c:pt idx="96">
                  <c:v>844</c:v>
                </c:pt>
                <c:pt idx="97">
                  <c:v>844</c:v>
                </c:pt>
                <c:pt idx="98">
                  <c:v>844</c:v>
                </c:pt>
                <c:pt idx="99">
                  <c:v>844</c:v>
                </c:pt>
                <c:pt idx="100">
                  <c:v>844</c:v>
                </c:pt>
                <c:pt idx="101">
                  <c:v>844</c:v>
                </c:pt>
                <c:pt idx="102">
                  <c:v>844</c:v>
                </c:pt>
                <c:pt idx="103">
                  <c:v>841</c:v>
                </c:pt>
                <c:pt idx="104">
                  <c:v>821</c:v>
                </c:pt>
                <c:pt idx="105">
                  <c:v>821</c:v>
                </c:pt>
                <c:pt idx="106">
                  <c:v>821</c:v>
                </c:pt>
                <c:pt idx="107">
                  <c:v>821</c:v>
                </c:pt>
                <c:pt idx="108">
                  <c:v>820</c:v>
                </c:pt>
                <c:pt idx="109">
                  <c:v>820</c:v>
                </c:pt>
                <c:pt idx="110">
                  <c:v>820</c:v>
                </c:pt>
                <c:pt idx="111">
                  <c:v>820</c:v>
                </c:pt>
                <c:pt idx="112">
                  <c:v>821</c:v>
                </c:pt>
                <c:pt idx="113">
                  <c:v>821</c:v>
                </c:pt>
                <c:pt idx="114">
                  <c:v>821</c:v>
                </c:pt>
                <c:pt idx="115">
                  <c:v>821</c:v>
                </c:pt>
                <c:pt idx="116">
                  <c:v>820</c:v>
                </c:pt>
                <c:pt idx="117">
                  <c:v>821</c:v>
                </c:pt>
                <c:pt idx="118">
                  <c:v>821</c:v>
                </c:pt>
                <c:pt idx="119">
                  <c:v>821</c:v>
                </c:pt>
                <c:pt idx="120">
                  <c:v>821</c:v>
                </c:pt>
                <c:pt idx="121">
                  <c:v>820</c:v>
                </c:pt>
                <c:pt idx="122">
                  <c:v>820</c:v>
                </c:pt>
                <c:pt idx="123">
                  <c:v>821</c:v>
                </c:pt>
                <c:pt idx="124">
                  <c:v>820</c:v>
                </c:pt>
                <c:pt idx="125">
                  <c:v>821</c:v>
                </c:pt>
                <c:pt idx="126">
                  <c:v>821</c:v>
                </c:pt>
                <c:pt idx="127">
                  <c:v>820</c:v>
                </c:pt>
                <c:pt idx="128">
                  <c:v>821</c:v>
                </c:pt>
                <c:pt idx="129">
                  <c:v>821</c:v>
                </c:pt>
                <c:pt idx="130">
                  <c:v>820</c:v>
                </c:pt>
                <c:pt idx="131">
                  <c:v>821</c:v>
                </c:pt>
                <c:pt idx="132">
                  <c:v>822</c:v>
                </c:pt>
                <c:pt idx="133">
                  <c:v>821</c:v>
                </c:pt>
                <c:pt idx="134">
                  <c:v>821</c:v>
                </c:pt>
                <c:pt idx="135">
                  <c:v>802</c:v>
                </c:pt>
                <c:pt idx="136">
                  <c:v>801</c:v>
                </c:pt>
                <c:pt idx="137">
                  <c:v>802</c:v>
                </c:pt>
                <c:pt idx="138">
                  <c:v>802</c:v>
                </c:pt>
                <c:pt idx="139">
                  <c:v>802</c:v>
                </c:pt>
                <c:pt idx="140">
                  <c:v>802</c:v>
                </c:pt>
                <c:pt idx="141">
                  <c:v>802</c:v>
                </c:pt>
                <c:pt idx="142">
                  <c:v>802</c:v>
                </c:pt>
                <c:pt idx="143">
                  <c:v>802</c:v>
                </c:pt>
                <c:pt idx="144">
                  <c:v>802</c:v>
                </c:pt>
                <c:pt idx="145">
                  <c:v>802</c:v>
                </c:pt>
                <c:pt idx="146">
                  <c:v>802</c:v>
                </c:pt>
                <c:pt idx="147">
                  <c:v>801</c:v>
                </c:pt>
                <c:pt idx="148">
                  <c:v>802</c:v>
                </c:pt>
                <c:pt idx="149">
                  <c:v>802</c:v>
                </c:pt>
                <c:pt idx="150">
                  <c:v>802</c:v>
                </c:pt>
                <c:pt idx="151">
                  <c:v>802</c:v>
                </c:pt>
                <c:pt idx="152">
                  <c:v>802</c:v>
                </c:pt>
                <c:pt idx="153">
                  <c:v>802</c:v>
                </c:pt>
                <c:pt idx="154">
                  <c:v>802</c:v>
                </c:pt>
                <c:pt idx="155">
                  <c:v>802</c:v>
                </c:pt>
                <c:pt idx="156">
                  <c:v>802</c:v>
                </c:pt>
                <c:pt idx="157">
                  <c:v>802</c:v>
                </c:pt>
                <c:pt idx="158">
                  <c:v>802</c:v>
                </c:pt>
                <c:pt idx="159">
                  <c:v>802</c:v>
                </c:pt>
                <c:pt idx="160">
                  <c:v>802</c:v>
                </c:pt>
                <c:pt idx="161">
                  <c:v>802</c:v>
                </c:pt>
                <c:pt idx="162">
                  <c:v>802</c:v>
                </c:pt>
                <c:pt idx="163">
                  <c:v>787</c:v>
                </c:pt>
                <c:pt idx="164">
                  <c:v>781</c:v>
                </c:pt>
                <c:pt idx="165">
                  <c:v>781</c:v>
                </c:pt>
                <c:pt idx="166">
                  <c:v>781</c:v>
                </c:pt>
                <c:pt idx="167">
                  <c:v>781</c:v>
                </c:pt>
                <c:pt idx="168">
                  <c:v>781</c:v>
                </c:pt>
                <c:pt idx="169">
                  <c:v>781</c:v>
                </c:pt>
                <c:pt idx="170">
                  <c:v>781</c:v>
                </c:pt>
                <c:pt idx="171">
                  <c:v>781</c:v>
                </c:pt>
                <c:pt idx="172">
                  <c:v>781</c:v>
                </c:pt>
                <c:pt idx="173">
                  <c:v>781</c:v>
                </c:pt>
                <c:pt idx="174">
                  <c:v>781</c:v>
                </c:pt>
                <c:pt idx="175">
                  <c:v>781</c:v>
                </c:pt>
                <c:pt idx="176">
                  <c:v>781</c:v>
                </c:pt>
                <c:pt idx="177">
                  <c:v>781</c:v>
                </c:pt>
                <c:pt idx="178">
                  <c:v>781</c:v>
                </c:pt>
                <c:pt idx="179">
                  <c:v>781</c:v>
                </c:pt>
                <c:pt idx="180">
                  <c:v>781</c:v>
                </c:pt>
                <c:pt idx="181">
                  <c:v>781</c:v>
                </c:pt>
                <c:pt idx="182">
                  <c:v>781</c:v>
                </c:pt>
                <c:pt idx="183">
                  <c:v>781</c:v>
                </c:pt>
                <c:pt idx="184">
                  <c:v>781</c:v>
                </c:pt>
                <c:pt idx="185">
                  <c:v>781</c:v>
                </c:pt>
                <c:pt idx="186">
                  <c:v>781</c:v>
                </c:pt>
                <c:pt idx="187">
                  <c:v>781</c:v>
                </c:pt>
                <c:pt idx="188">
                  <c:v>781</c:v>
                </c:pt>
                <c:pt idx="189">
                  <c:v>781</c:v>
                </c:pt>
                <c:pt idx="190">
                  <c:v>781</c:v>
                </c:pt>
                <c:pt idx="191">
                  <c:v>781</c:v>
                </c:pt>
                <c:pt idx="192">
                  <c:v>781</c:v>
                </c:pt>
                <c:pt idx="193">
                  <c:v>781</c:v>
                </c:pt>
                <c:pt idx="194">
                  <c:v>760</c:v>
                </c:pt>
                <c:pt idx="195">
                  <c:v>760</c:v>
                </c:pt>
                <c:pt idx="196">
                  <c:v>760</c:v>
                </c:pt>
                <c:pt idx="197">
                  <c:v>760</c:v>
                </c:pt>
                <c:pt idx="198">
                  <c:v>760</c:v>
                </c:pt>
                <c:pt idx="199">
                  <c:v>761</c:v>
                </c:pt>
                <c:pt idx="200">
                  <c:v>760</c:v>
                </c:pt>
                <c:pt idx="201">
                  <c:v>760</c:v>
                </c:pt>
                <c:pt idx="202">
                  <c:v>760</c:v>
                </c:pt>
                <c:pt idx="203">
                  <c:v>760</c:v>
                </c:pt>
                <c:pt idx="204">
                  <c:v>760</c:v>
                </c:pt>
                <c:pt idx="205">
                  <c:v>760</c:v>
                </c:pt>
                <c:pt idx="206">
                  <c:v>760</c:v>
                </c:pt>
                <c:pt idx="207">
                  <c:v>761</c:v>
                </c:pt>
                <c:pt idx="208">
                  <c:v>760</c:v>
                </c:pt>
                <c:pt idx="209">
                  <c:v>760</c:v>
                </c:pt>
                <c:pt idx="210">
                  <c:v>760</c:v>
                </c:pt>
                <c:pt idx="211">
                  <c:v>760</c:v>
                </c:pt>
                <c:pt idx="212">
                  <c:v>761</c:v>
                </c:pt>
                <c:pt idx="213">
                  <c:v>761</c:v>
                </c:pt>
                <c:pt idx="214">
                  <c:v>761</c:v>
                </c:pt>
                <c:pt idx="215">
                  <c:v>761</c:v>
                </c:pt>
                <c:pt idx="216">
                  <c:v>760</c:v>
                </c:pt>
                <c:pt idx="217">
                  <c:v>761</c:v>
                </c:pt>
                <c:pt idx="218">
                  <c:v>761</c:v>
                </c:pt>
                <c:pt idx="219">
                  <c:v>760</c:v>
                </c:pt>
                <c:pt idx="220">
                  <c:v>761</c:v>
                </c:pt>
                <c:pt idx="221">
                  <c:v>760</c:v>
                </c:pt>
                <c:pt idx="222">
                  <c:v>760</c:v>
                </c:pt>
                <c:pt idx="223">
                  <c:v>760</c:v>
                </c:pt>
                <c:pt idx="224">
                  <c:v>760</c:v>
                </c:pt>
                <c:pt idx="225">
                  <c:v>760</c:v>
                </c:pt>
                <c:pt idx="226">
                  <c:v>741</c:v>
                </c:pt>
                <c:pt idx="227">
                  <c:v>741</c:v>
                </c:pt>
                <c:pt idx="228">
                  <c:v>742</c:v>
                </c:pt>
                <c:pt idx="229">
                  <c:v>742</c:v>
                </c:pt>
                <c:pt idx="230">
                  <c:v>742</c:v>
                </c:pt>
                <c:pt idx="231">
                  <c:v>742</c:v>
                </c:pt>
                <c:pt idx="232">
                  <c:v>742</c:v>
                </c:pt>
                <c:pt idx="233">
                  <c:v>742</c:v>
                </c:pt>
                <c:pt idx="234">
                  <c:v>742</c:v>
                </c:pt>
                <c:pt idx="235">
                  <c:v>742</c:v>
                </c:pt>
                <c:pt idx="236">
                  <c:v>742</c:v>
                </c:pt>
                <c:pt idx="237">
                  <c:v>742</c:v>
                </c:pt>
                <c:pt idx="238">
                  <c:v>742</c:v>
                </c:pt>
                <c:pt idx="239">
                  <c:v>742</c:v>
                </c:pt>
                <c:pt idx="240">
                  <c:v>742</c:v>
                </c:pt>
                <c:pt idx="241">
                  <c:v>742</c:v>
                </c:pt>
                <c:pt idx="242">
                  <c:v>742</c:v>
                </c:pt>
                <c:pt idx="243">
                  <c:v>742</c:v>
                </c:pt>
                <c:pt idx="244">
                  <c:v>742</c:v>
                </c:pt>
                <c:pt idx="245">
                  <c:v>742</c:v>
                </c:pt>
                <c:pt idx="246">
                  <c:v>742</c:v>
                </c:pt>
                <c:pt idx="247">
                  <c:v>742</c:v>
                </c:pt>
                <c:pt idx="248">
                  <c:v>742</c:v>
                </c:pt>
                <c:pt idx="249">
                  <c:v>742</c:v>
                </c:pt>
                <c:pt idx="250">
                  <c:v>742</c:v>
                </c:pt>
                <c:pt idx="251">
                  <c:v>743</c:v>
                </c:pt>
                <c:pt idx="252">
                  <c:v>742</c:v>
                </c:pt>
                <c:pt idx="253">
                  <c:v>742</c:v>
                </c:pt>
                <c:pt idx="254">
                  <c:v>742</c:v>
                </c:pt>
                <c:pt idx="255">
                  <c:v>742</c:v>
                </c:pt>
                <c:pt idx="256">
                  <c:v>722</c:v>
                </c:pt>
                <c:pt idx="257">
                  <c:v>722</c:v>
                </c:pt>
                <c:pt idx="258">
                  <c:v>722</c:v>
                </c:pt>
                <c:pt idx="259">
                  <c:v>724</c:v>
                </c:pt>
                <c:pt idx="260">
                  <c:v>722</c:v>
                </c:pt>
                <c:pt idx="261">
                  <c:v>723</c:v>
                </c:pt>
                <c:pt idx="262">
                  <c:v>723</c:v>
                </c:pt>
                <c:pt idx="263">
                  <c:v>722</c:v>
                </c:pt>
                <c:pt idx="264">
                  <c:v>723</c:v>
                </c:pt>
                <c:pt idx="265">
                  <c:v>723</c:v>
                </c:pt>
                <c:pt idx="266">
                  <c:v>723</c:v>
                </c:pt>
                <c:pt idx="267">
                  <c:v>723</c:v>
                </c:pt>
                <c:pt idx="268">
                  <c:v>722</c:v>
                </c:pt>
                <c:pt idx="269">
                  <c:v>724</c:v>
                </c:pt>
                <c:pt idx="270">
                  <c:v>723</c:v>
                </c:pt>
                <c:pt idx="271">
                  <c:v>723</c:v>
                </c:pt>
                <c:pt idx="272">
                  <c:v>724</c:v>
                </c:pt>
                <c:pt idx="273">
                  <c:v>724</c:v>
                </c:pt>
                <c:pt idx="274">
                  <c:v>723</c:v>
                </c:pt>
                <c:pt idx="275">
                  <c:v>722</c:v>
                </c:pt>
                <c:pt idx="276">
                  <c:v>723</c:v>
                </c:pt>
                <c:pt idx="277">
                  <c:v>724</c:v>
                </c:pt>
                <c:pt idx="278">
                  <c:v>722</c:v>
                </c:pt>
                <c:pt idx="279">
                  <c:v>723</c:v>
                </c:pt>
                <c:pt idx="280">
                  <c:v>723</c:v>
                </c:pt>
                <c:pt idx="281">
                  <c:v>724</c:v>
                </c:pt>
                <c:pt idx="282">
                  <c:v>723</c:v>
                </c:pt>
                <c:pt idx="283">
                  <c:v>723</c:v>
                </c:pt>
                <c:pt idx="284">
                  <c:v>722</c:v>
                </c:pt>
                <c:pt idx="285">
                  <c:v>723</c:v>
                </c:pt>
                <c:pt idx="286">
                  <c:v>717</c:v>
                </c:pt>
                <c:pt idx="287">
                  <c:v>703</c:v>
                </c:pt>
                <c:pt idx="288">
                  <c:v>703</c:v>
                </c:pt>
                <c:pt idx="289">
                  <c:v>703</c:v>
                </c:pt>
                <c:pt idx="290">
                  <c:v>703</c:v>
                </c:pt>
                <c:pt idx="291">
                  <c:v>703</c:v>
                </c:pt>
                <c:pt idx="292">
                  <c:v>703</c:v>
                </c:pt>
                <c:pt idx="293">
                  <c:v>703</c:v>
                </c:pt>
                <c:pt idx="294">
                  <c:v>703</c:v>
                </c:pt>
                <c:pt idx="295">
                  <c:v>703</c:v>
                </c:pt>
                <c:pt idx="296">
                  <c:v>703</c:v>
                </c:pt>
                <c:pt idx="297">
                  <c:v>703</c:v>
                </c:pt>
                <c:pt idx="298">
                  <c:v>703</c:v>
                </c:pt>
                <c:pt idx="299">
                  <c:v>703</c:v>
                </c:pt>
                <c:pt idx="300">
                  <c:v>703</c:v>
                </c:pt>
                <c:pt idx="301">
                  <c:v>703</c:v>
                </c:pt>
                <c:pt idx="302">
                  <c:v>703</c:v>
                </c:pt>
                <c:pt idx="303">
                  <c:v>703</c:v>
                </c:pt>
                <c:pt idx="304">
                  <c:v>703</c:v>
                </c:pt>
                <c:pt idx="305">
                  <c:v>703</c:v>
                </c:pt>
                <c:pt idx="306">
                  <c:v>703</c:v>
                </c:pt>
                <c:pt idx="307">
                  <c:v>703</c:v>
                </c:pt>
                <c:pt idx="308">
                  <c:v>703</c:v>
                </c:pt>
                <c:pt idx="309">
                  <c:v>703</c:v>
                </c:pt>
                <c:pt idx="310">
                  <c:v>704</c:v>
                </c:pt>
                <c:pt idx="311">
                  <c:v>704</c:v>
                </c:pt>
                <c:pt idx="312">
                  <c:v>703</c:v>
                </c:pt>
                <c:pt idx="313">
                  <c:v>703</c:v>
                </c:pt>
                <c:pt idx="314">
                  <c:v>703</c:v>
                </c:pt>
                <c:pt idx="315">
                  <c:v>705</c:v>
                </c:pt>
                <c:pt idx="316">
                  <c:v>701</c:v>
                </c:pt>
                <c:pt idx="317">
                  <c:v>683</c:v>
                </c:pt>
                <c:pt idx="318">
                  <c:v>684</c:v>
                </c:pt>
                <c:pt idx="319">
                  <c:v>684</c:v>
                </c:pt>
                <c:pt idx="320">
                  <c:v>685</c:v>
                </c:pt>
                <c:pt idx="321">
                  <c:v>684</c:v>
                </c:pt>
                <c:pt idx="322">
                  <c:v>685</c:v>
                </c:pt>
                <c:pt idx="323">
                  <c:v>685</c:v>
                </c:pt>
                <c:pt idx="324">
                  <c:v>685</c:v>
                </c:pt>
                <c:pt idx="325">
                  <c:v>685</c:v>
                </c:pt>
                <c:pt idx="326">
                  <c:v>685</c:v>
                </c:pt>
                <c:pt idx="327">
                  <c:v>685</c:v>
                </c:pt>
                <c:pt idx="328">
                  <c:v>685</c:v>
                </c:pt>
                <c:pt idx="329">
                  <c:v>685</c:v>
                </c:pt>
                <c:pt idx="330">
                  <c:v>685</c:v>
                </c:pt>
                <c:pt idx="331">
                  <c:v>684</c:v>
                </c:pt>
                <c:pt idx="332">
                  <c:v>685</c:v>
                </c:pt>
                <c:pt idx="333">
                  <c:v>685</c:v>
                </c:pt>
                <c:pt idx="334">
                  <c:v>684</c:v>
                </c:pt>
                <c:pt idx="335">
                  <c:v>685</c:v>
                </c:pt>
                <c:pt idx="336">
                  <c:v>685</c:v>
                </c:pt>
                <c:pt idx="337">
                  <c:v>685</c:v>
                </c:pt>
                <c:pt idx="338">
                  <c:v>685</c:v>
                </c:pt>
                <c:pt idx="339">
                  <c:v>685</c:v>
                </c:pt>
                <c:pt idx="340">
                  <c:v>685</c:v>
                </c:pt>
                <c:pt idx="341">
                  <c:v>685</c:v>
                </c:pt>
                <c:pt idx="342">
                  <c:v>685</c:v>
                </c:pt>
                <c:pt idx="343">
                  <c:v>685</c:v>
                </c:pt>
                <c:pt idx="344">
                  <c:v>685</c:v>
                </c:pt>
                <c:pt idx="345">
                  <c:v>684</c:v>
                </c:pt>
                <c:pt idx="346">
                  <c:v>685</c:v>
                </c:pt>
                <c:pt idx="347">
                  <c:v>685</c:v>
                </c:pt>
                <c:pt idx="348">
                  <c:v>664</c:v>
                </c:pt>
                <c:pt idx="349">
                  <c:v>664</c:v>
                </c:pt>
                <c:pt idx="350">
                  <c:v>664</c:v>
                </c:pt>
                <c:pt idx="351">
                  <c:v>664</c:v>
                </c:pt>
                <c:pt idx="352">
                  <c:v>664</c:v>
                </c:pt>
                <c:pt idx="353">
                  <c:v>664</c:v>
                </c:pt>
                <c:pt idx="354">
                  <c:v>664</c:v>
                </c:pt>
                <c:pt idx="355">
                  <c:v>664</c:v>
                </c:pt>
                <c:pt idx="356">
                  <c:v>664</c:v>
                </c:pt>
                <c:pt idx="357">
                  <c:v>664</c:v>
                </c:pt>
                <c:pt idx="358">
                  <c:v>664</c:v>
                </c:pt>
                <c:pt idx="359">
                  <c:v>664</c:v>
                </c:pt>
                <c:pt idx="360">
                  <c:v>664</c:v>
                </c:pt>
                <c:pt idx="361">
                  <c:v>664</c:v>
                </c:pt>
                <c:pt idx="362">
                  <c:v>665</c:v>
                </c:pt>
                <c:pt idx="363">
                  <c:v>664</c:v>
                </c:pt>
                <c:pt idx="364">
                  <c:v>664</c:v>
                </c:pt>
                <c:pt idx="365">
                  <c:v>664</c:v>
                </c:pt>
                <c:pt idx="366">
                  <c:v>664</c:v>
                </c:pt>
                <c:pt idx="367">
                  <c:v>664</c:v>
                </c:pt>
                <c:pt idx="368">
                  <c:v>664</c:v>
                </c:pt>
                <c:pt idx="369">
                  <c:v>664</c:v>
                </c:pt>
                <c:pt idx="370">
                  <c:v>664</c:v>
                </c:pt>
                <c:pt idx="371">
                  <c:v>664</c:v>
                </c:pt>
                <c:pt idx="372">
                  <c:v>664</c:v>
                </c:pt>
                <c:pt idx="373">
                  <c:v>664</c:v>
                </c:pt>
                <c:pt idx="374">
                  <c:v>664</c:v>
                </c:pt>
                <c:pt idx="375">
                  <c:v>664</c:v>
                </c:pt>
                <c:pt idx="376">
                  <c:v>662</c:v>
                </c:pt>
                <c:pt idx="377">
                  <c:v>643</c:v>
                </c:pt>
                <c:pt idx="378">
                  <c:v>643</c:v>
                </c:pt>
                <c:pt idx="379">
                  <c:v>643</c:v>
                </c:pt>
                <c:pt idx="380">
                  <c:v>643</c:v>
                </c:pt>
                <c:pt idx="381">
                  <c:v>643</c:v>
                </c:pt>
                <c:pt idx="382">
                  <c:v>643</c:v>
                </c:pt>
                <c:pt idx="383">
                  <c:v>643</c:v>
                </c:pt>
                <c:pt idx="384">
                  <c:v>643</c:v>
                </c:pt>
                <c:pt idx="385">
                  <c:v>643</c:v>
                </c:pt>
                <c:pt idx="386">
                  <c:v>643</c:v>
                </c:pt>
                <c:pt idx="387">
                  <c:v>643</c:v>
                </c:pt>
                <c:pt idx="388">
                  <c:v>644</c:v>
                </c:pt>
                <c:pt idx="389">
                  <c:v>643</c:v>
                </c:pt>
                <c:pt idx="390">
                  <c:v>643</c:v>
                </c:pt>
                <c:pt idx="391">
                  <c:v>644</c:v>
                </c:pt>
                <c:pt idx="392">
                  <c:v>643</c:v>
                </c:pt>
                <c:pt idx="393">
                  <c:v>644</c:v>
                </c:pt>
                <c:pt idx="394">
                  <c:v>643</c:v>
                </c:pt>
                <c:pt idx="395">
                  <c:v>643</c:v>
                </c:pt>
                <c:pt idx="396">
                  <c:v>643</c:v>
                </c:pt>
                <c:pt idx="397">
                  <c:v>643</c:v>
                </c:pt>
                <c:pt idx="398">
                  <c:v>644</c:v>
                </c:pt>
                <c:pt idx="399">
                  <c:v>644</c:v>
                </c:pt>
                <c:pt idx="400">
                  <c:v>645</c:v>
                </c:pt>
                <c:pt idx="401">
                  <c:v>644</c:v>
                </c:pt>
                <c:pt idx="402">
                  <c:v>644</c:v>
                </c:pt>
                <c:pt idx="403">
                  <c:v>643</c:v>
                </c:pt>
                <c:pt idx="404">
                  <c:v>643</c:v>
                </c:pt>
                <c:pt idx="405">
                  <c:v>643</c:v>
                </c:pt>
                <c:pt idx="406">
                  <c:v>643</c:v>
                </c:pt>
                <c:pt idx="407">
                  <c:v>643</c:v>
                </c:pt>
                <c:pt idx="408">
                  <c:v>622</c:v>
                </c:pt>
                <c:pt idx="409">
                  <c:v>621</c:v>
                </c:pt>
                <c:pt idx="410">
                  <c:v>622</c:v>
                </c:pt>
                <c:pt idx="411">
                  <c:v>622</c:v>
                </c:pt>
                <c:pt idx="412">
                  <c:v>621</c:v>
                </c:pt>
                <c:pt idx="413">
                  <c:v>622</c:v>
                </c:pt>
                <c:pt idx="414">
                  <c:v>622</c:v>
                </c:pt>
                <c:pt idx="415">
                  <c:v>622</c:v>
                </c:pt>
                <c:pt idx="416">
                  <c:v>622</c:v>
                </c:pt>
                <c:pt idx="417">
                  <c:v>623</c:v>
                </c:pt>
                <c:pt idx="418">
                  <c:v>623</c:v>
                </c:pt>
                <c:pt idx="419">
                  <c:v>622</c:v>
                </c:pt>
                <c:pt idx="420">
                  <c:v>622</c:v>
                </c:pt>
                <c:pt idx="421">
                  <c:v>622</c:v>
                </c:pt>
                <c:pt idx="422">
                  <c:v>622</c:v>
                </c:pt>
                <c:pt idx="423">
                  <c:v>622</c:v>
                </c:pt>
                <c:pt idx="424">
                  <c:v>622</c:v>
                </c:pt>
                <c:pt idx="425">
                  <c:v>622</c:v>
                </c:pt>
                <c:pt idx="426">
                  <c:v>622</c:v>
                </c:pt>
                <c:pt idx="427">
                  <c:v>622</c:v>
                </c:pt>
                <c:pt idx="428">
                  <c:v>622</c:v>
                </c:pt>
                <c:pt idx="429">
                  <c:v>622</c:v>
                </c:pt>
                <c:pt idx="430">
                  <c:v>622</c:v>
                </c:pt>
                <c:pt idx="431">
                  <c:v>622</c:v>
                </c:pt>
                <c:pt idx="432">
                  <c:v>622</c:v>
                </c:pt>
                <c:pt idx="433">
                  <c:v>622</c:v>
                </c:pt>
                <c:pt idx="434">
                  <c:v>621</c:v>
                </c:pt>
                <c:pt idx="435">
                  <c:v>621</c:v>
                </c:pt>
                <c:pt idx="436">
                  <c:v>619</c:v>
                </c:pt>
                <c:pt idx="437">
                  <c:v>619</c:v>
                </c:pt>
                <c:pt idx="438">
                  <c:v>619</c:v>
                </c:pt>
                <c:pt idx="439">
                  <c:v>619</c:v>
                </c:pt>
                <c:pt idx="440">
                  <c:v>598</c:v>
                </c:pt>
                <c:pt idx="441">
                  <c:v>598</c:v>
                </c:pt>
                <c:pt idx="442">
                  <c:v>598</c:v>
                </c:pt>
                <c:pt idx="443">
                  <c:v>598</c:v>
                </c:pt>
                <c:pt idx="444">
                  <c:v>601</c:v>
                </c:pt>
                <c:pt idx="445">
                  <c:v>599</c:v>
                </c:pt>
                <c:pt idx="446">
                  <c:v>599</c:v>
                </c:pt>
                <c:pt idx="447">
                  <c:v>599</c:v>
                </c:pt>
                <c:pt idx="448">
                  <c:v>600</c:v>
                </c:pt>
                <c:pt idx="449">
                  <c:v>601</c:v>
                </c:pt>
                <c:pt idx="450">
                  <c:v>599</c:v>
                </c:pt>
                <c:pt idx="451">
                  <c:v>600</c:v>
                </c:pt>
                <c:pt idx="452">
                  <c:v>600</c:v>
                </c:pt>
                <c:pt idx="453">
                  <c:v>600</c:v>
                </c:pt>
                <c:pt idx="454">
                  <c:v>600</c:v>
                </c:pt>
                <c:pt idx="455">
                  <c:v>598</c:v>
                </c:pt>
                <c:pt idx="456">
                  <c:v>598</c:v>
                </c:pt>
                <c:pt idx="457">
                  <c:v>598</c:v>
                </c:pt>
                <c:pt idx="458">
                  <c:v>598</c:v>
                </c:pt>
                <c:pt idx="459">
                  <c:v>598</c:v>
                </c:pt>
                <c:pt idx="460">
                  <c:v>599</c:v>
                </c:pt>
                <c:pt idx="461">
                  <c:v>600</c:v>
                </c:pt>
                <c:pt idx="462">
                  <c:v>601</c:v>
                </c:pt>
                <c:pt idx="463">
                  <c:v>601</c:v>
                </c:pt>
                <c:pt idx="464">
                  <c:v>604</c:v>
                </c:pt>
                <c:pt idx="465">
                  <c:v>603</c:v>
                </c:pt>
                <c:pt idx="466">
                  <c:v>602</c:v>
                </c:pt>
                <c:pt idx="467">
                  <c:v>599</c:v>
                </c:pt>
                <c:pt idx="468">
                  <c:v>577</c:v>
                </c:pt>
                <c:pt idx="469">
                  <c:v>577</c:v>
                </c:pt>
                <c:pt idx="470">
                  <c:v>577</c:v>
                </c:pt>
                <c:pt idx="471">
                  <c:v>578</c:v>
                </c:pt>
                <c:pt idx="472">
                  <c:v>577</c:v>
                </c:pt>
                <c:pt idx="473">
                  <c:v>577</c:v>
                </c:pt>
                <c:pt idx="474">
                  <c:v>577</c:v>
                </c:pt>
                <c:pt idx="475">
                  <c:v>578</c:v>
                </c:pt>
                <c:pt idx="476">
                  <c:v>577</c:v>
                </c:pt>
                <c:pt idx="477">
                  <c:v>577</c:v>
                </c:pt>
                <c:pt idx="478">
                  <c:v>577</c:v>
                </c:pt>
                <c:pt idx="479">
                  <c:v>577</c:v>
                </c:pt>
                <c:pt idx="480">
                  <c:v>574</c:v>
                </c:pt>
                <c:pt idx="481">
                  <c:v>575</c:v>
                </c:pt>
                <c:pt idx="482">
                  <c:v>575</c:v>
                </c:pt>
                <c:pt idx="483">
                  <c:v>577</c:v>
                </c:pt>
                <c:pt idx="484">
                  <c:v>580</c:v>
                </c:pt>
                <c:pt idx="485">
                  <c:v>580</c:v>
                </c:pt>
                <c:pt idx="486">
                  <c:v>580</c:v>
                </c:pt>
                <c:pt idx="487">
                  <c:v>580</c:v>
                </c:pt>
                <c:pt idx="488">
                  <c:v>580</c:v>
                </c:pt>
                <c:pt idx="489">
                  <c:v>577</c:v>
                </c:pt>
                <c:pt idx="490">
                  <c:v>579</c:v>
                </c:pt>
                <c:pt idx="491">
                  <c:v>577</c:v>
                </c:pt>
                <c:pt idx="492">
                  <c:v>580</c:v>
                </c:pt>
                <c:pt idx="493">
                  <c:v>581</c:v>
                </c:pt>
                <c:pt idx="494">
                  <c:v>580</c:v>
                </c:pt>
                <c:pt idx="495">
                  <c:v>580</c:v>
                </c:pt>
                <c:pt idx="496">
                  <c:v>580</c:v>
                </c:pt>
                <c:pt idx="497">
                  <c:v>580</c:v>
                </c:pt>
                <c:pt idx="498">
                  <c:v>580</c:v>
                </c:pt>
                <c:pt idx="499">
                  <c:v>559</c:v>
                </c:pt>
                <c:pt idx="500">
                  <c:v>559</c:v>
                </c:pt>
                <c:pt idx="501">
                  <c:v>559</c:v>
                </c:pt>
                <c:pt idx="502">
                  <c:v>559</c:v>
                </c:pt>
                <c:pt idx="503">
                  <c:v>559</c:v>
                </c:pt>
                <c:pt idx="504">
                  <c:v>558</c:v>
                </c:pt>
                <c:pt idx="505">
                  <c:v>559</c:v>
                </c:pt>
                <c:pt idx="506">
                  <c:v>559</c:v>
                </c:pt>
                <c:pt idx="507">
                  <c:v>561</c:v>
                </c:pt>
                <c:pt idx="508">
                  <c:v>559</c:v>
                </c:pt>
                <c:pt idx="509">
                  <c:v>561</c:v>
                </c:pt>
                <c:pt idx="510">
                  <c:v>559</c:v>
                </c:pt>
                <c:pt idx="511">
                  <c:v>559</c:v>
                </c:pt>
                <c:pt idx="512">
                  <c:v>558</c:v>
                </c:pt>
                <c:pt idx="513">
                  <c:v>559</c:v>
                </c:pt>
                <c:pt idx="514">
                  <c:v>559</c:v>
                </c:pt>
                <c:pt idx="515">
                  <c:v>559</c:v>
                </c:pt>
                <c:pt idx="516">
                  <c:v>559</c:v>
                </c:pt>
                <c:pt idx="517">
                  <c:v>559</c:v>
                </c:pt>
                <c:pt idx="518">
                  <c:v>562</c:v>
                </c:pt>
                <c:pt idx="519">
                  <c:v>561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B06E-48A9-BD24-8F2C837CF42F}"/>
            </c:ext>
          </c:extLst>
        </c:ser>
        <c:ser>
          <c:idx val="11"/>
          <c:order val="11"/>
          <c:tx>
            <c:strRef>
              <c:f>Sheet1!$X$1</c:f>
              <c:strCache>
                <c:ptCount val="1"/>
                <c:pt idx="0">
                  <c:v>cell12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Sheet1!$X$2:$X$521</c:f>
              <c:numCache>
                <c:formatCode>General</c:formatCode>
                <c:ptCount val="520"/>
                <c:pt idx="0">
                  <c:v>961</c:v>
                </c:pt>
                <c:pt idx="1">
                  <c:v>961</c:v>
                </c:pt>
                <c:pt idx="2">
                  <c:v>961</c:v>
                </c:pt>
                <c:pt idx="3">
                  <c:v>961</c:v>
                </c:pt>
                <c:pt idx="4">
                  <c:v>960</c:v>
                </c:pt>
                <c:pt idx="5">
                  <c:v>959</c:v>
                </c:pt>
                <c:pt idx="6">
                  <c:v>958</c:v>
                </c:pt>
                <c:pt idx="7">
                  <c:v>958</c:v>
                </c:pt>
                <c:pt idx="8">
                  <c:v>958</c:v>
                </c:pt>
                <c:pt idx="9">
                  <c:v>958</c:v>
                </c:pt>
                <c:pt idx="10">
                  <c:v>888</c:v>
                </c:pt>
                <c:pt idx="11">
                  <c:v>887</c:v>
                </c:pt>
                <c:pt idx="12">
                  <c:v>887</c:v>
                </c:pt>
                <c:pt idx="13">
                  <c:v>888</c:v>
                </c:pt>
                <c:pt idx="14">
                  <c:v>886</c:v>
                </c:pt>
                <c:pt idx="15">
                  <c:v>887</c:v>
                </c:pt>
                <c:pt idx="16">
                  <c:v>887</c:v>
                </c:pt>
                <c:pt idx="17">
                  <c:v>889</c:v>
                </c:pt>
                <c:pt idx="18">
                  <c:v>887</c:v>
                </c:pt>
                <c:pt idx="19">
                  <c:v>887</c:v>
                </c:pt>
                <c:pt idx="20">
                  <c:v>887</c:v>
                </c:pt>
                <c:pt idx="21">
                  <c:v>888</c:v>
                </c:pt>
                <c:pt idx="22">
                  <c:v>888</c:v>
                </c:pt>
                <c:pt idx="23">
                  <c:v>887</c:v>
                </c:pt>
                <c:pt idx="24">
                  <c:v>887</c:v>
                </c:pt>
                <c:pt idx="25">
                  <c:v>887</c:v>
                </c:pt>
                <c:pt idx="26">
                  <c:v>889</c:v>
                </c:pt>
                <c:pt idx="27">
                  <c:v>887</c:v>
                </c:pt>
                <c:pt idx="28">
                  <c:v>888</c:v>
                </c:pt>
                <c:pt idx="29">
                  <c:v>888</c:v>
                </c:pt>
                <c:pt idx="30">
                  <c:v>887</c:v>
                </c:pt>
                <c:pt idx="31">
                  <c:v>888</c:v>
                </c:pt>
                <c:pt idx="32">
                  <c:v>889</c:v>
                </c:pt>
                <c:pt idx="33">
                  <c:v>889</c:v>
                </c:pt>
                <c:pt idx="34">
                  <c:v>889</c:v>
                </c:pt>
                <c:pt idx="35">
                  <c:v>888</c:v>
                </c:pt>
                <c:pt idx="36">
                  <c:v>887</c:v>
                </c:pt>
                <c:pt idx="37">
                  <c:v>887</c:v>
                </c:pt>
                <c:pt idx="38">
                  <c:v>888</c:v>
                </c:pt>
                <c:pt idx="39">
                  <c:v>888</c:v>
                </c:pt>
                <c:pt idx="40">
                  <c:v>887</c:v>
                </c:pt>
                <c:pt idx="41">
                  <c:v>865</c:v>
                </c:pt>
                <c:pt idx="42">
                  <c:v>865</c:v>
                </c:pt>
                <c:pt idx="43">
                  <c:v>865</c:v>
                </c:pt>
                <c:pt idx="44">
                  <c:v>865</c:v>
                </c:pt>
                <c:pt idx="45">
                  <c:v>865</c:v>
                </c:pt>
                <c:pt idx="46">
                  <c:v>865</c:v>
                </c:pt>
                <c:pt idx="47">
                  <c:v>865</c:v>
                </c:pt>
                <c:pt idx="48">
                  <c:v>865</c:v>
                </c:pt>
                <c:pt idx="49">
                  <c:v>865</c:v>
                </c:pt>
                <c:pt idx="50">
                  <c:v>865</c:v>
                </c:pt>
                <c:pt idx="51">
                  <c:v>865</c:v>
                </c:pt>
                <c:pt idx="52">
                  <c:v>865</c:v>
                </c:pt>
                <c:pt idx="53">
                  <c:v>865</c:v>
                </c:pt>
                <c:pt idx="54">
                  <c:v>865</c:v>
                </c:pt>
                <c:pt idx="55">
                  <c:v>865</c:v>
                </c:pt>
                <c:pt idx="56">
                  <c:v>865</c:v>
                </c:pt>
                <c:pt idx="57">
                  <c:v>865</c:v>
                </c:pt>
                <c:pt idx="58">
                  <c:v>865</c:v>
                </c:pt>
                <c:pt idx="59">
                  <c:v>865</c:v>
                </c:pt>
                <c:pt idx="60">
                  <c:v>865</c:v>
                </c:pt>
                <c:pt idx="61">
                  <c:v>865</c:v>
                </c:pt>
                <c:pt idx="62">
                  <c:v>865</c:v>
                </c:pt>
                <c:pt idx="63">
                  <c:v>865</c:v>
                </c:pt>
                <c:pt idx="64">
                  <c:v>865</c:v>
                </c:pt>
                <c:pt idx="65">
                  <c:v>865</c:v>
                </c:pt>
                <c:pt idx="66">
                  <c:v>865</c:v>
                </c:pt>
                <c:pt idx="67">
                  <c:v>865</c:v>
                </c:pt>
                <c:pt idx="68">
                  <c:v>865</c:v>
                </c:pt>
                <c:pt idx="69">
                  <c:v>865</c:v>
                </c:pt>
                <c:pt idx="70">
                  <c:v>865</c:v>
                </c:pt>
                <c:pt idx="71">
                  <c:v>865</c:v>
                </c:pt>
                <c:pt idx="72">
                  <c:v>842</c:v>
                </c:pt>
                <c:pt idx="73">
                  <c:v>842</c:v>
                </c:pt>
                <c:pt idx="74">
                  <c:v>842</c:v>
                </c:pt>
                <c:pt idx="75">
                  <c:v>842</c:v>
                </c:pt>
                <c:pt idx="76">
                  <c:v>842</c:v>
                </c:pt>
                <c:pt idx="77">
                  <c:v>842</c:v>
                </c:pt>
                <c:pt idx="78">
                  <c:v>842</c:v>
                </c:pt>
                <c:pt idx="79">
                  <c:v>842</c:v>
                </c:pt>
                <c:pt idx="80">
                  <c:v>842</c:v>
                </c:pt>
                <c:pt idx="81">
                  <c:v>842</c:v>
                </c:pt>
                <c:pt idx="82">
                  <c:v>842</c:v>
                </c:pt>
                <c:pt idx="83">
                  <c:v>842</c:v>
                </c:pt>
                <c:pt idx="84">
                  <c:v>842</c:v>
                </c:pt>
                <c:pt idx="85">
                  <c:v>842</c:v>
                </c:pt>
                <c:pt idx="86">
                  <c:v>842</c:v>
                </c:pt>
                <c:pt idx="87">
                  <c:v>842</c:v>
                </c:pt>
                <c:pt idx="88">
                  <c:v>842</c:v>
                </c:pt>
                <c:pt idx="89">
                  <c:v>842</c:v>
                </c:pt>
                <c:pt idx="90">
                  <c:v>842</c:v>
                </c:pt>
                <c:pt idx="91">
                  <c:v>842</c:v>
                </c:pt>
                <c:pt idx="92">
                  <c:v>842</c:v>
                </c:pt>
                <c:pt idx="93">
                  <c:v>842</c:v>
                </c:pt>
                <c:pt idx="94">
                  <c:v>842</c:v>
                </c:pt>
                <c:pt idx="95">
                  <c:v>842</c:v>
                </c:pt>
                <c:pt idx="96">
                  <c:v>842</c:v>
                </c:pt>
                <c:pt idx="97">
                  <c:v>842</c:v>
                </c:pt>
                <c:pt idx="98">
                  <c:v>842</c:v>
                </c:pt>
                <c:pt idx="99">
                  <c:v>842</c:v>
                </c:pt>
                <c:pt idx="100">
                  <c:v>842</c:v>
                </c:pt>
                <c:pt idx="101">
                  <c:v>842</c:v>
                </c:pt>
                <c:pt idx="102">
                  <c:v>842</c:v>
                </c:pt>
                <c:pt idx="103">
                  <c:v>840</c:v>
                </c:pt>
                <c:pt idx="104">
                  <c:v>821</c:v>
                </c:pt>
                <c:pt idx="105">
                  <c:v>821</c:v>
                </c:pt>
                <c:pt idx="106">
                  <c:v>821</c:v>
                </c:pt>
                <c:pt idx="107">
                  <c:v>821</c:v>
                </c:pt>
                <c:pt idx="108">
                  <c:v>821</c:v>
                </c:pt>
                <c:pt idx="109">
                  <c:v>821</c:v>
                </c:pt>
                <c:pt idx="110">
                  <c:v>821</c:v>
                </c:pt>
                <c:pt idx="111">
                  <c:v>821</c:v>
                </c:pt>
                <c:pt idx="112">
                  <c:v>821</c:v>
                </c:pt>
                <c:pt idx="113">
                  <c:v>821</c:v>
                </c:pt>
                <c:pt idx="114">
                  <c:v>821</c:v>
                </c:pt>
                <c:pt idx="115">
                  <c:v>821</c:v>
                </c:pt>
                <c:pt idx="116">
                  <c:v>821</c:v>
                </c:pt>
                <c:pt idx="117">
                  <c:v>821</c:v>
                </c:pt>
                <c:pt idx="118">
                  <c:v>821</c:v>
                </c:pt>
                <c:pt idx="119">
                  <c:v>821</c:v>
                </c:pt>
                <c:pt idx="120">
                  <c:v>821</c:v>
                </c:pt>
                <c:pt idx="121">
                  <c:v>821</c:v>
                </c:pt>
                <c:pt idx="122">
                  <c:v>821</c:v>
                </c:pt>
                <c:pt idx="123">
                  <c:v>821</c:v>
                </c:pt>
                <c:pt idx="124">
                  <c:v>821</c:v>
                </c:pt>
                <c:pt idx="125">
                  <c:v>821</c:v>
                </c:pt>
                <c:pt idx="126">
                  <c:v>821</c:v>
                </c:pt>
                <c:pt idx="127">
                  <c:v>821</c:v>
                </c:pt>
                <c:pt idx="128">
                  <c:v>821</c:v>
                </c:pt>
                <c:pt idx="129">
                  <c:v>821</c:v>
                </c:pt>
                <c:pt idx="130">
                  <c:v>821</c:v>
                </c:pt>
                <c:pt idx="131">
                  <c:v>821</c:v>
                </c:pt>
                <c:pt idx="132">
                  <c:v>821</c:v>
                </c:pt>
                <c:pt idx="133">
                  <c:v>821</c:v>
                </c:pt>
                <c:pt idx="134">
                  <c:v>821</c:v>
                </c:pt>
                <c:pt idx="135">
                  <c:v>800</c:v>
                </c:pt>
                <c:pt idx="136">
                  <c:v>800</c:v>
                </c:pt>
                <c:pt idx="137">
                  <c:v>800</c:v>
                </c:pt>
                <c:pt idx="138">
                  <c:v>801</c:v>
                </c:pt>
                <c:pt idx="139">
                  <c:v>800</c:v>
                </c:pt>
                <c:pt idx="140">
                  <c:v>801</c:v>
                </c:pt>
                <c:pt idx="141">
                  <c:v>800</c:v>
                </c:pt>
                <c:pt idx="142">
                  <c:v>800</c:v>
                </c:pt>
                <c:pt idx="143">
                  <c:v>800</c:v>
                </c:pt>
                <c:pt idx="144">
                  <c:v>800</c:v>
                </c:pt>
                <c:pt idx="145">
                  <c:v>800</c:v>
                </c:pt>
                <c:pt idx="146">
                  <c:v>800</c:v>
                </c:pt>
                <c:pt idx="147">
                  <c:v>800</c:v>
                </c:pt>
                <c:pt idx="148">
                  <c:v>800</c:v>
                </c:pt>
                <c:pt idx="149">
                  <c:v>800</c:v>
                </c:pt>
                <c:pt idx="150">
                  <c:v>800</c:v>
                </c:pt>
                <c:pt idx="151">
                  <c:v>800</c:v>
                </c:pt>
                <c:pt idx="152">
                  <c:v>801</c:v>
                </c:pt>
                <c:pt idx="153">
                  <c:v>801</c:v>
                </c:pt>
                <c:pt idx="154">
                  <c:v>800</c:v>
                </c:pt>
                <c:pt idx="155">
                  <c:v>800</c:v>
                </c:pt>
                <c:pt idx="156">
                  <c:v>800</c:v>
                </c:pt>
                <c:pt idx="157">
                  <c:v>801</c:v>
                </c:pt>
                <c:pt idx="158">
                  <c:v>801</c:v>
                </c:pt>
                <c:pt idx="159">
                  <c:v>800</c:v>
                </c:pt>
                <c:pt idx="160">
                  <c:v>800</c:v>
                </c:pt>
                <c:pt idx="161">
                  <c:v>800</c:v>
                </c:pt>
                <c:pt idx="162">
                  <c:v>800</c:v>
                </c:pt>
                <c:pt idx="163">
                  <c:v>786</c:v>
                </c:pt>
                <c:pt idx="164">
                  <c:v>780</c:v>
                </c:pt>
                <c:pt idx="165">
                  <c:v>781</c:v>
                </c:pt>
                <c:pt idx="166">
                  <c:v>780</c:v>
                </c:pt>
                <c:pt idx="167">
                  <c:v>780</c:v>
                </c:pt>
                <c:pt idx="168">
                  <c:v>780</c:v>
                </c:pt>
                <c:pt idx="169">
                  <c:v>781</c:v>
                </c:pt>
                <c:pt idx="170">
                  <c:v>781</c:v>
                </c:pt>
                <c:pt idx="171">
                  <c:v>781</c:v>
                </c:pt>
                <c:pt idx="172">
                  <c:v>780</c:v>
                </c:pt>
                <c:pt idx="173">
                  <c:v>780</c:v>
                </c:pt>
                <c:pt idx="174">
                  <c:v>781</c:v>
                </c:pt>
                <c:pt idx="175">
                  <c:v>780</c:v>
                </c:pt>
                <c:pt idx="176">
                  <c:v>781</c:v>
                </c:pt>
                <c:pt idx="177">
                  <c:v>781</c:v>
                </c:pt>
                <c:pt idx="178">
                  <c:v>780</c:v>
                </c:pt>
                <c:pt idx="179">
                  <c:v>781</c:v>
                </c:pt>
                <c:pt idx="180">
                  <c:v>782</c:v>
                </c:pt>
                <c:pt idx="181">
                  <c:v>781</c:v>
                </c:pt>
                <c:pt idx="182">
                  <c:v>782</c:v>
                </c:pt>
                <c:pt idx="183">
                  <c:v>782</c:v>
                </c:pt>
                <c:pt idx="184">
                  <c:v>782</c:v>
                </c:pt>
                <c:pt idx="185">
                  <c:v>781</c:v>
                </c:pt>
                <c:pt idx="186">
                  <c:v>781</c:v>
                </c:pt>
                <c:pt idx="187">
                  <c:v>782</c:v>
                </c:pt>
                <c:pt idx="188">
                  <c:v>781</c:v>
                </c:pt>
                <c:pt idx="189">
                  <c:v>782</c:v>
                </c:pt>
                <c:pt idx="190">
                  <c:v>782</c:v>
                </c:pt>
                <c:pt idx="191">
                  <c:v>782</c:v>
                </c:pt>
                <c:pt idx="192">
                  <c:v>781</c:v>
                </c:pt>
                <c:pt idx="193">
                  <c:v>781</c:v>
                </c:pt>
                <c:pt idx="194">
                  <c:v>761</c:v>
                </c:pt>
                <c:pt idx="195">
                  <c:v>761</c:v>
                </c:pt>
                <c:pt idx="196">
                  <c:v>761</c:v>
                </c:pt>
                <c:pt idx="197">
                  <c:v>761</c:v>
                </c:pt>
                <c:pt idx="198">
                  <c:v>761</c:v>
                </c:pt>
                <c:pt idx="199">
                  <c:v>761</c:v>
                </c:pt>
                <c:pt idx="200">
                  <c:v>761</c:v>
                </c:pt>
                <c:pt idx="201">
                  <c:v>761</c:v>
                </c:pt>
                <c:pt idx="202">
                  <c:v>761</c:v>
                </c:pt>
                <c:pt idx="203">
                  <c:v>761</c:v>
                </c:pt>
                <c:pt idx="204">
                  <c:v>761</c:v>
                </c:pt>
                <c:pt idx="205">
                  <c:v>761</c:v>
                </c:pt>
                <c:pt idx="206">
                  <c:v>761</c:v>
                </c:pt>
                <c:pt idx="207">
                  <c:v>761</c:v>
                </c:pt>
                <c:pt idx="208">
                  <c:v>761</c:v>
                </c:pt>
                <c:pt idx="209">
                  <c:v>761</c:v>
                </c:pt>
                <c:pt idx="210">
                  <c:v>761</c:v>
                </c:pt>
                <c:pt idx="211">
                  <c:v>761</c:v>
                </c:pt>
                <c:pt idx="212">
                  <c:v>761</c:v>
                </c:pt>
                <c:pt idx="213">
                  <c:v>761</c:v>
                </c:pt>
                <c:pt idx="214">
                  <c:v>761</c:v>
                </c:pt>
                <c:pt idx="215">
                  <c:v>761</c:v>
                </c:pt>
                <c:pt idx="216">
                  <c:v>761</c:v>
                </c:pt>
                <c:pt idx="217">
                  <c:v>761</c:v>
                </c:pt>
                <c:pt idx="218">
                  <c:v>761</c:v>
                </c:pt>
                <c:pt idx="219">
                  <c:v>761</c:v>
                </c:pt>
                <c:pt idx="220">
                  <c:v>761</c:v>
                </c:pt>
                <c:pt idx="221">
                  <c:v>761</c:v>
                </c:pt>
                <c:pt idx="222">
                  <c:v>761</c:v>
                </c:pt>
                <c:pt idx="223">
                  <c:v>761</c:v>
                </c:pt>
                <c:pt idx="224">
                  <c:v>761</c:v>
                </c:pt>
                <c:pt idx="225">
                  <c:v>761</c:v>
                </c:pt>
                <c:pt idx="226">
                  <c:v>742</c:v>
                </c:pt>
                <c:pt idx="227">
                  <c:v>742</c:v>
                </c:pt>
                <c:pt idx="228">
                  <c:v>743</c:v>
                </c:pt>
                <c:pt idx="229">
                  <c:v>742</c:v>
                </c:pt>
                <c:pt idx="230">
                  <c:v>742</c:v>
                </c:pt>
                <c:pt idx="231">
                  <c:v>743</c:v>
                </c:pt>
                <c:pt idx="232">
                  <c:v>743</c:v>
                </c:pt>
                <c:pt idx="233">
                  <c:v>743</c:v>
                </c:pt>
                <c:pt idx="234">
                  <c:v>743</c:v>
                </c:pt>
                <c:pt idx="235">
                  <c:v>743</c:v>
                </c:pt>
                <c:pt idx="236">
                  <c:v>743</c:v>
                </c:pt>
                <c:pt idx="237">
                  <c:v>743</c:v>
                </c:pt>
                <c:pt idx="238">
                  <c:v>743</c:v>
                </c:pt>
                <c:pt idx="239">
                  <c:v>743</c:v>
                </c:pt>
                <c:pt idx="240">
                  <c:v>743</c:v>
                </c:pt>
                <c:pt idx="241">
                  <c:v>743</c:v>
                </c:pt>
                <c:pt idx="242">
                  <c:v>743</c:v>
                </c:pt>
                <c:pt idx="243">
                  <c:v>743</c:v>
                </c:pt>
                <c:pt idx="244">
                  <c:v>743</c:v>
                </c:pt>
                <c:pt idx="245">
                  <c:v>742</c:v>
                </c:pt>
                <c:pt idx="246">
                  <c:v>743</c:v>
                </c:pt>
                <c:pt idx="247">
                  <c:v>743</c:v>
                </c:pt>
                <c:pt idx="248">
                  <c:v>743</c:v>
                </c:pt>
                <c:pt idx="249">
                  <c:v>743</c:v>
                </c:pt>
                <c:pt idx="250">
                  <c:v>743</c:v>
                </c:pt>
                <c:pt idx="251">
                  <c:v>743</c:v>
                </c:pt>
                <c:pt idx="252">
                  <c:v>743</c:v>
                </c:pt>
                <c:pt idx="253">
                  <c:v>743</c:v>
                </c:pt>
                <c:pt idx="254">
                  <c:v>743</c:v>
                </c:pt>
                <c:pt idx="255">
                  <c:v>743</c:v>
                </c:pt>
                <c:pt idx="256">
                  <c:v>722</c:v>
                </c:pt>
                <c:pt idx="257">
                  <c:v>722</c:v>
                </c:pt>
                <c:pt idx="258">
                  <c:v>722</c:v>
                </c:pt>
                <c:pt idx="259">
                  <c:v>722</c:v>
                </c:pt>
                <c:pt idx="260">
                  <c:v>723</c:v>
                </c:pt>
                <c:pt idx="261">
                  <c:v>722</c:v>
                </c:pt>
                <c:pt idx="262">
                  <c:v>722</c:v>
                </c:pt>
                <c:pt idx="263">
                  <c:v>723</c:v>
                </c:pt>
                <c:pt idx="264">
                  <c:v>723</c:v>
                </c:pt>
                <c:pt idx="265">
                  <c:v>724</c:v>
                </c:pt>
                <c:pt idx="266">
                  <c:v>723</c:v>
                </c:pt>
                <c:pt idx="267">
                  <c:v>724</c:v>
                </c:pt>
                <c:pt idx="268">
                  <c:v>723</c:v>
                </c:pt>
                <c:pt idx="269">
                  <c:v>723</c:v>
                </c:pt>
                <c:pt idx="270">
                  <c:v>724</c:v>
                </c:pt>
                <c:pt idx="271">
                  <c:v>724</c:v>
                </c:pt>
                <c:pt idx="272">
                  <c:v>725</c:v>
                </c:pt>
                <c:pt idx="273">
                  <c:v>723</c:v>
                </c:pt>
                <c:pt idx="274">
                  <c:v>724</c:v>
                </c:pt>
                <c:pt idx="275">
                  <c:v>724</c:v>
                </c:pt>
                <c:pt idx="276">
                  <c:v>724</c:v>
                </c:pt>
                <c:pt idx="277">
                  <c:v>725</c:v>
                </c:pt>
                <c:pt idx="278">
                  <c:v>723</c:v>
                </c:pt>
                <c:pt idx="279">
                  <c:v>725</c:v>
                </c:pt>
                <c:pt idx="280">
                  <c:v>723</c:v>
                </c:pt>
                <c:pt idx="281">
                  <c:v>725</c:v>
                </c:pt>
                <c:pt idx="282">
                  <c:v>725</c:v>
                </c:pt>
                <c:pt idx="283">
                  <c:v>724</c:v>
                </c:pt>
                <c:pt idx="284">
                  <c:v>724</c:v>
                </c:pt>
                <c:pt idx="285">
                  <c:v>725</c:v>
                </c:pt>
                <c:pt idx="286">
                  <c:v>717</c:v>
                </c:pt>
                <c:pt idx="287">
                  <c:v>704</c:v>
                </c:pt>
                <c:pt idx="288">
                  <c:v>704</c:v>
                </c:pt>
                <c:pt idx="289">
                  <c:v>704</c:v>
                </c:pt>
                <c:pt idx="290">
                  <c:v>704</c:v>
                </c:pt>
                <c:pt idx="291">
                  <c:v>704</c:v>
                </c:pt>
                <c:pt idx="292">
                  <c:v>704</c:v>
                </c:pt>
                <c:pt idx="293">
                  <c:v>704</c:v>
                </c:pt>
                <c:pt idx="294">
                  <c:v>704</c:v>
                </c:pt>
                <c:pt idx="295">
                  <c:v>704</c:v>
                </c:pt>
                <c:pt idx="296">
                  <c:v>704</c:v>
                </c:pt>
                <c:pt idx="297">
                  <c:v>704</c:v>
                </c:pt>
                <c:pt idx="298">
                  <c:v>704</c:v>
                </c:pt>
                <c:pt idx="299">
                  <c:v>704</c:v>
                </c:pt>
                <c:pt idx="300">
                  <c:v>704</c:v>
                </c:pt>
                <c:pt idx="301">
                  <c:v>704</c:v>
                </c:pt>
                <c:pt idx="302">
                  <c:v>704</c:v>
                </c:pt>
                <c:pt idx="303">
                  <c:v>704</c:v>
                </c:pt>
                <c:pt idx="304">
                  <c:v>704</c:v>
                </c:pt>
                <c:pt idx="305">
                  <c:v>705</c:v>
                </c:pt>
                <c:pt idx="306">
                  <c:v>704</c:v>
                </c:pt>
                <c:pt idx="307">
                  <c:v>704</c:v>
                </c:pt>
                <c:pt idx="308">
                  <c:v>704</c:v>
                </c:pt>
                <c:pt idx="309">
                  <c:v>704</c:v>
                </c:pt>
                <c:pt idx="310">
                  <c:v>704</c:v>
                </c:pt>
                <c:pt idx="311">
                  <c:v>706</c:v>
                </c:pt>
                <c:pt idx="312">
                  <c:v>704</c:v>
                </c:pt>
                <c:pt idx="313">
                  <c:v>704</c:v>
                </c:pt>
                <c:pt idx="314">
                  <c:v>704</c:v>
                </c:pt>
                <c:pt idx="315">
                  <c:v>704</c:v>
                </c:pt>
                <c:pt idx="316">
                  <c:v>702</c:v>
                </c:pt>
                <c:pt idx="317">
                  <c:v>685</c:v>
                </c:pt>
                <c:pt idx="318">
                  <c:v>686</c:v>
                </c:pt>
                <c:pt idx="319">
                  <c:v>686</c:v>
                </c:pt>
                <c:pt idx="320">
                  <c:v>686</c:v>
                </c:pt>
                <c:pt idx="321">
                  <c:v>686</c:v>
                </c:pt>
                <c:pt idx="322">
                  <c:v>686</c:v>
                </c:pt>
                <c:pt idx="323">
                  <c:v>686</c:v>
                </c:pt>
                <c:pt idx="324">
                  <c:v>686</c:v>
                </c:pt>
                <c:pt idx="325">
                  <c:v>686</c:v>
                </c:pt>
                <c:pt idx="326">
                  <c:v>686</c:v>
                </c:pt>
                <c:pt idx="327">
                  <c:v>686</c:v>
                </c:pt>
                <c:pt idx="328">
                  <c:v>686</c:v>
                </c:pt>
                <c:pt idx="329">
                  <c:v>686</c:v>
                </c:pt>
                <c:pt idx="330">
                  <c:v>686</c:v>
                </c:pt>
                <c:pt idx="331">
                  <c:v>686</c:v>
                </c:pt>
                <c:pt idx="332">
                  <c:v>686</c:v>
                </c:pt>
                <c:pt idx="333">
                  <c:v>686</c:v>
                </c:pt>
                <c:pt idx="334">
                  <c:v>686</c:v>
                </c:pt>
                <c:pt idx="335">
                  <c:v>686</c:v>
                </c:pt>
                <c:pt idx="336">
                  <c:v>686</c:v>
                </c:pt>
                <c:pt idx="337">
                  <c:v>686</c:v>
                </c:pt>
                <c:pt idx="338">
                  <c:v>686</c:v>
                </c:pt>
                <c:pt idx="339">
                  <c:v>686</c:v>
                </c:pt>
                <c:pt idx="340">
                  <c:v>686</c:v>
                </c:pt>
                <c:pt idx="341">
                  <c:v>686</c:v>
                </c:pt>
                <c:pt idx="342">
                  <c:v>686</c:v>
                </c:pt>
                <c:pt idx="343">
                  <c:v>686</c:v>
                </c:pt>
                <c:pt idx="344">
                  <c:v>686</c:v>
                </c:pt>
                <c:pt idx="345">
                  <c:v>686</c:v>
                </c:pt>
                <c:pt idx="346">
                  <c:v>686</c:v>
                </c:pt>
                <c:pt idx="347">
                  <c:v>686</c:v>
                </c:pt>
                <c:pt idx="348">
                  <c:v>665</c:v>
                </c:pt>
                <c:pt idx="349">
                  <c:v>665</c:v>
                </c:pt>
                <c:pt idx="350">
                  <c:v>665</c:v>
                </c:pt>
                <c:pt idx="351">
                  <c:v>665</c:v>
                </c:pt>
                <c:pt idx="352">
                  <c:v>666</c:v>
                </c:pt>
                <c:pt idx="353">
                  <c:v>666</c:v>
                </c:pt>
                <c:pt idx="354">
                  <c:v>666</c:v>
                </c:pt>
                <c:pt idx="355">
                  <c:v>665</c:v>
                </c:pt>
                <c:pt idx="356">
                  <c:v>666</c:v>
                </c:pt>
                <c:pt idx="357">
                  <c:v>667</c:v>
                </c:pt>
                <c:pt idx="358">
                  <c:v>667</c:v>
                </c:pt>
                <c:pt idx="359">
                  <c:v>666</c:v>
                </c:pt>
                <c:pt idx="360">
                  <c:v>666</c:v>
                </c:pt>
                <c:pt idx="361">
                  <c:v>667</c:v>
                </c:pt>
                <c:pt idx="362">
                  <c:v>666</c:v>
                </c:pt>
                <c:pt idx="363">
                  <c:v>666</c:v>
                </c:pt>
                <c:pt idx="364">
                  <c:v>666</c:v>
                </c:pt>
                <c:pt idx="365">
                  <c:v>668</c:v>
                </c:pt>
                <c:pt idx="366">
                  <c:v>667</c:v>
                </c:pt>
                <c:pt idx="367">
                  <c:v>666</c:v>
                </c:pt>
                <c:pt idx="368">
                  <c:v>666</c:v>
                </c:pt>
                <c:pt idx="369">
                  <c:v>666</c:v>
                </c:pt>
                <c:pt idx="370">
                  <c:v>666</c:v>
                </c:pt>
                <c:pt idx="371">
                  <c:v>667</c:v>
                </c:pt>
                <c:pt idx="372">
                  <c:v>666</c:v>
                </c:pt>
                <c:pt idx="373">
                  <c:v>666</c:v>
                </c:pt>
                <c:pt idx="374">
                  <c:v>666</c:v>
                </c:pt>
                <c:pt idx="375">
                  <c:v>665</c:v>
                </c:pt>
                <c:pt idx="376">
                  <c:v>664</c:v>
                </c:pt>
                <c:pt idx="377">
                  <c:v>646</c:v>
                </c:pt>
                <c:pt idx="378">
                  <c:v>646</c:v>
                </c:pt>
                <c:pt idx="379">
                  <c:v>646</c:v>
                </c:pt>
                <c:pt idx="380">
                  <c:v>647</c:v>
                </c:pt>
                <c:pt idx="381">
                  <c:v>647</c:v>
                </c:pt>
                <c:pt idx="382">
                  <c:v>647</c:v>
                </c:pt>
                <c:pt idx="383">
                  <c:v>647</c:v>
                </c:pt>
                <c:pt idx="384">
                  <c:v>647</c:v>
                </c:pt>
                <c:pt idx="385">
                  <c:v>647</c:v>
                </c:pt>
                <c:pt idx="386">
                  <c:v>647</c:v>
                </c:pt>
                <c:pt idx="387">
                  <c:v>647</c:v>
                </c:pt>
                <c:pt idx="388">
                  <c:v>647</c:v>
                </c:pt>
                <c:pt idx="389">
                  <c:v>646</c:v>
                </c:pt>
                <c:pt idx="390">
                  <c:v>646</c:v>
                </c:pt>
                <c:pt idx="391">
                  <c:v>647</c:v>
                </c:pt>
                <c:pt idx="392">
                  <c:v>646</c:v>
                </c:pt>
                <c:pt idx="393">
                  <c:v>647</c:v>
                </c:pt>
                <c:pt idx="394">
                  <c:v>646</c:v>
                </c:pt>
                <c:pt idx="395">
                  <c:v>647</c:v>
                </c:pt>
                <c:pt idx="396">
                  <c:v>647</c:v>
                </c:pt>
                <c:pt idx="397">
                  <c:v>647</c:v>
                </c:pt>
                <c:pt idx="398">
                  <c:v>647</c:v>
                </c:pt>
                <c:pt idx="399">
                  <c:v>647</c:v>
                </c:pt>
                <c:pt idx="400">
                  <c:v>647</c:v>
                </c:pt>
                <c:pt idx="401">
                  <c:v>647</c:v>
                </c:pt>
                <c:pt idx="402">
                  <c:v>647</c:v>
                </c:pt>
                <c:pt idx="403">
                  <c:v>647</c:v>
                </c:pt>
                <c:pt idx="404">
                  <c:v>647</c:v>
                </c:pt>
                <c:pt idx="405">
                  <c:v>647</c:v>
                </c:pt>
                <c:pt idx="406">
                  <c:v>647</c:v>
                </c:pt>
                <c:pt idx="407">
                  <c:v>647</c:v>
                </c:pt>
                <c:pt idx="408">
                  <c:v>626</c:v>
                </c:pt>
                <c:pt idx="409">
                  <c:v>627</c:v>
                </c:pt>
                <c:pt idx="410">
                  <c:v>626</c:v>
                </c:pt>
                <c:pt idx="411">
                  <c:v>626</c:v>
                </c:pt>
                <c:pt idx="412">
                  <c:v>629</c:v>
                </c:pt>
                <c:pt idx="413">
                  <c:v>627</c:v>
                </c:pt>
                <c:pt idx="414">
                  <c:v>627</c:v>
                </c:pt>
                <c:pt idx="415">
                  <c:v>626</c:v>
                </c:pt>
                <c:pt idx="416">
                  <c:v>627</c:v>
                </c:pt>
                <c:pt idx="417">
                  <c:v>626</c:v>
                </c:pt>
                <c:pt idx="418">
                  <c:v>626</c:v>
                </c:pt>
                <c:pt idx="419">
                  <c:v>627</c:v>
                </c:pt>
                <c:pt idx="420">
                  <c:v>626</c:v>
                </c:pt>
                <c:pt idx="421">
                  <c:v>627</c:v>
                </c:pt>
                <c:pt idx="422">
                  <c:v>627</c:v>
                </c:pt>
                <c:pt idx="423">
                  <c:v>626</c:v>
                </c:pt>
                <c:pt idx="424">
                  <c:v>627</c:v>
                </c:pt>
                <c:pt idx="425">
                  <c:v>626</c:v>
                </c:pt>
                <c:pt idx="426">
                  <c:v>626</c:v>
                </c:pt>
                <c:pt idx="427">
                  <c:v>626</c:v>
                </c:pt>
                <c:pt idx="428">
                  <c:v>626</c:v>
                </c:pt>
                <c:pt idx="429">
                  <c:v>626</c:v>
                </c:pt>
                <c:pt idx="430">
                  <c:v>626</c:v>
                </c:pt>
                <c:pt idx="431">
                  <c:v>626</c:v>
                </c:pt>
                <c:pt idx="432">
                  <c:v>626</c:v>
                </c:pt>
                <c:pt idx="433">
                  <c:v>626</c:v>
                </c:pt>
                <c:pt idx="434">
                  <c:v>626</c:v>
                </c:pt>
                <c:pt idx="435">
                  <c:v>626</c:v>
                </c:pt>
                <c:pt idx="436">
                  <c:v>626</c:v>
                </c:pt>
                <c:pt idx="437">
                  <c:v>626</c:v>
                </c:pt>
                <c:pt idx="438">
                  <c:v>626</c:v>
                </c:pt>
                <c:pt idx="439">
                  <c:v>626</c:v>
                </c:pt>
                <c:pt idx="440">
                  <c:v>605</c:v>
                </c:pt>
                <c:pt idx="441">
                  <c:v>605</c:v>
                </c:pt>
                <c:pt idx="442">
                  <c:v>605</c:v>
                </c:pt>
                <c:pt idx="443">
                  <c:v>605</c:v>
                </c:pt>
                <c:pt idx="444">
                  <c:v>605</c:v>
                </c:pt>
                <c:pt idx="445">
                  <c:v>605</c:v>
                </c:pt>
                <c:pt idx="446">
                  <c:v>605</c:v>
                </c:pt>
                <c:pt idx="447">
                  <c:v>605</c:v>
                </c:pt>
                <c:pt idx="448">
                  <c:v>605</c:v>
                </c:pt>
                <c:pt idx="449">
                  <c:v>605</c:v>
                </c:pt>
                <c:pt idx="450">
                  <c:v>606</c:v>
                </c:pt>
                <c:pt idx="451">
                  <c:v>605</c:v>
                </c:pt>
                <c:pt idx="452">
                  <c:v>605</c:v>
                </c:pt>
                <c:pt idx="453">
                  <c:v>605</c:v>
                </c:pt>
                <c:pt idx="454">
                  <c:v>605</c:v>
                </c:pt>
                <c:pt idx="455">
                  <c:v>607</c:v>
                </c:pt>
                <c:pt idx="456">
                  <c:v>606</c:v>
                </c:pt>
                <c:pt idx="457">
                  <c:v>606</c:v>
                </c:pt>
                <c:pt idx="458">
                  <c:v>605</c:v>
                </c:pt>
                <c:pt idx="459">
                  <c:v>606</c:v>
                </c:pt>
                <c:pt idx="460">
                  <c:v>605</c:v>
                </c:pt>
                <c:pt idx="461">
                  <c:v>605</c:v>
                </c:pt>
                <c:pt idx="462">
                  <c:v>605</c:v>
                </c:pt>
                <c:pt idx="463">
                  <c:v>605</c:v>
                </c:pt>
                <c:pt idx="464">
                  <c:v>605</c:v>
                </c:pt>
                <c:pt idx="465">
                  <c:v>605</c:v>
                </c:pt>
                <c:pt idx="466">
                  <c:v>605</c:v>
                </c:pt>
                <c:pt idx="467">
                  <c:v>604</c:v>
                </c:pt>
                <c:pt idx="468">
                  <c:v>582</c:v>
                </c:pt>
                <c:pt idx="469">
                  <c:v>584</c:v>
                </c:pt>
                <c:pt idx="470">
                  <c:v>584</c:v>
                </c:pt>
                <c:pt idx="471">
                  <c:v>584</c:v>
                </c:pt>
                <c:pt idx="472">
                  <c:v>585</c:v>
                </c:pt>
                <c:pt idx="473">
                  <c:v>585</c:v>
                </c:pt>
                <c:pt idx="474">
                  <c:v>584</c:v>
                </c:pt>
                <c:pt idx="475">
                  <c:v>584</c:v>
                </c:pt>
                <c:pt idx="476">
                  <c:v>584</c:v>
                </c:pt>
                <c:pt idx="477">
                  <c:v>584</c:v>
                </c:pt>
                <c:pt idx="478">
                  <c:v>584</c:v>
                </c:pt>
                <c:pt idx="479">
                  <c:v>584</c:v>
                </c:pt>
                <c:pt idx="480">
                  <c:v>584</c:v>
                </c:pt>
                <c:pt idx="481">
                  <c:v>584</c:v>
                </c:pt>
                <c:pt idx="482">
                  <c:v>584</c:v>
                </c:pt>
                <c:pt idx="483">
                  <c:v>587</c:v>
                </c:pt>
                <c:pt idx="484">
                  <c:v>587</c:v>
                </c:pt>
                <c:pt idx="485">
                  <c:v>587</c:v>
                </c:pt>
                <c:pt idx="486">
                  <c:v>584</c:v>
                </c:pt>
                <c:pt idx="487">
                  <c:v>584</c:v>
                </c:pt>
                <c:pt idx="488">
                  <c:v>584</c:v>
                </c:pt>
                <c:pt idx="489">
                  <c:v>584</c:v>
                </c:pt>
                <c:pt idx="490">
                  <c:v>584</c:v>
                </c:pt>
                <c:pt idx="491">
                  <c:v>584</c:v>
                </c:pt>
                <c:pt idx="492">
                  <c:v>584</c:v>
                </c:pt>
                <c:pt idx="493">
                  <c:v>584</c:v>
                </c:pt>
                <c:pt idx="494">
                  <c:v>584</c:v>
                </c:pt>
                <c:pt idx="495">
                  <c:v>585</c:v>
                </c:pt>
                <c:pt idx="496">
                  <c:v>584</c:v>
                </c:pt>
                <c:pt idx="497">
                  <c:v>586</c:v>
                </c:pt>
                <c:pt idx="498">
                  <c:v>584</c:v>
                </c:pt>
                <c:pt idx="499">
                  <c:v>563</c:v>
                </c:pt>
                <c:pt idx="500">
                  <c:v>563</c:v>
                </c:pt>
                <c:pt idx="501">
                  <c:v>564</c:v>
                </c:pt>
                <c:pt idx="502">
                  <c:v>564</c:v>
                </c:pt>
                <c:pt idx="503">
                  <c:v>563</c:v>
                </c:pt>
                <c:pt idx="504">
                  <c:v>563</c:v>
                </c:pt>
                <c:pt idx="505">
                  <c:v>563</c:v>
                </c:pt>
                <c:pt idx="506">
                  <c:v>564</c:v>
                </c:pt>
                <c:pt idx="507">
                  <c:v>564</c:v>
                </c:pt>
                <c:pt idx="508">
                  <c:v>565</c:v>
                </c:pt>
                <c:pt idx="509">
                  <c:v>566</c:v>
                </c:pt>
                <c:pt idx="510">
                  <c:v>563</c:v>
                </c:pt>
                <c:pt idx="511">
                  <c:v>563</c:v>
                </c:pt>
                <c:pt idx="512">
                  <c:v>563</c:v>
                </c:pt>
                <c:pt idx="513">
                  <c:v>563</c:v>
                </c:pt>
                <c:pt idx="514">
                  <c:v>563</c:v>
                </c:pt>
                <c:pt idx="515">
                  <c:v>563</c:v>
                </c:pt>
                <c:pt idx="516">
                  <c:v>563</c:v>
                </c:pt>
                <c:pt idx="517">
                  <c:v>564</c:v>
                </c:pt>
                <c:pt idx="518">
                  <c:v>565</c:v>
                </c:pt>
                <c:pt idx="519">
                  <c:v>566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B06E-48A9-BD24-8F2C837CF42F}"/>
            </c:ext>
          </c:extLst>
        </c:ser>
        <c:ser>
          <c:idx val="12"/>
          <c:order val="12"/>
          <c:tx>
            <c:strRef>
              <c:f>Sheet1!$Y$1</c:f>
              <c:strCache>
                <c:ptCount val="1"/>
                <c:pt idx="0">
                  <c:v>cell13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Sheet1!$Y$2:$Y$521</c:f>
              <c:numCache>
                <c:formatCode>General</c:formatCode>
                <c:ptCount val="520"/>
                <c:pt idx="0">
                  <c:v>960</c:v>
                </c:pt>
                <c:pt idx="1">
                  <c:v>959</c:v>
                </c:pt>
                <c:pt idx="2">
                  <c:v>958</c:v>
                </c:pt>
                <c:pt idx="3">
                  <c:v>958</c:v>
                </c:pt>
                <c:pt idx="4">
                  <c:v>958</c:v>
                </c:pt>
                <c:pt idx="5">
                  <c:v>958</c:v>
                </c:pt>
                <c:pt idx="6">
                  <c:v>958</c:v>
                </c:pt>
                <c:pt idx="7">
                  <c:v>958</c:v>
                </c:pt>
                <c:pt idx="8">
                  <c:v>957</c:v>
                </c:pt>
                <c:pt idx="9">
                  <c:v>956</c:v>
                </c:pt>
                <c:pt idx="10">
                  <c:v>886</c:v>
                </c:pt>
                <c:pt idx="11">
                  <c:v>886</c:v>
                </c:pt>
                <c:pt idx="12">
                  <c:v>885</c:v>
                </c:pt>
                <c:pt idx="13">
                  <c:v>886</c:v>
                </c:pt>
                <c:pt idx="14">
                  <c:v>886</c:v>
                </c:pt>
                <c:pt idx="15">
                  <c:v>886</c:v>
                </c:pt>
                <c:pt idx="16">
                  <c:v>886</c:v>
                </c:pt>
                <c:pt idx="17">
                  <c:v>886</c:v>
                </c:pt>
                <c:pt idx="18">
                  <c:v>886</c:v>
                </c:pt>
                <c:pt idx="19">
                  <c:v>886</c:v>
                </c:pt>
                <c:pt idx="20">
                  <c:v>886</c:v>
                </c:pt>
                <c:pt idx="21">
                  <c:v>886</c:v>
                </c:pt>
                <c:pt idx="22">
                  <c:v>886</c:v>
                </c:pt>
                <c:pt idx="23">
                  <c:v>886</c:v>
                </c:pt>
                <c:pt idx="24">
                  <c:v>886</c:v>
                </c:pt>
                <c:pt idx="25">
                  <c:v>886</c:v>
                </c:pt>
                <c:pt idx="26">
                  <c:v>886</c:v>
                </c:pt>
                <c:pt idx="27">
                  <c:v>886</c:v>
                </c:pt>
                <c:pt idx="28">
                  <c:v>886</c:v>
                </c:pt>
                <c:pt idx="29">
                  <c:v>886</c:v>
                </c:pt>
                <c:pt idx="30">
                  <c:v>886</c:v>
                </c:pt>
                <c:pt idx="31">
                  <c:v>886</c:v>
                </c:pt>
                <c:pt idx="32">
                  <c:v>886</c:v>
                </c:pt>
                <c:pt idx="33">
                  <c:v>886</c:v>
                </c:pt>
                <c:pt idx="34">
                  <c:v>886</c:v>
                </c:pt>
                <c:pt idx="35">
                  <c:v>886</c:v>
                </c:pt>
                <c:pt idx="36">
                  <c:v>886</c:v>
                </c:pt>
                <c:pt idx="37">
                  <c:v>886</c:v>
                </c:pt>
                <c:pt idx="38">
                  <c:v>886</c:v>
                </c:pt>
                <c:pt idx="39">
                  <c:v>886</c:v>
                </c:pt>
                <c:pt idx="40">
                  <c:v>886</c:v>
                </c:pt>
                <c:pt idx="41">
                  <c:v>863</c:v>
                </c:pt>
                <c:pt idx="42">
                  <c:v>863</c:v>
                </c:pt>
                <c:pt idx="43">
                  <c:v>862</c:v>
                </c:pt>
                <c:pt idx="44">
                  <c:v>863</c:v>
                </c:pt>
                <c:pt idx="45">
                  <c:v>862</c:v>
                </c:pt>
                <c:pt idx="46">
                  <c:v>863</c:v>
                </c:pt>
                <c:pt idx="47">
                  <c:v>863</c:v>
                </c:pt>
                <c:pt idx="48">
                  <c:v>863</c:v>
                </c:pt>
                <c:pt idx="49">
                  <c:v>863</c:v>
                </c:pt>
                <c:pt idx="50">
                  <c:v>863</c:v>
                </c:pt>
                <c:pt idx="51">
                  <c:v>862</c:v>
                </c:pt>
                <c:pt idx="52">
                  <c:v>864</c:v>
                </c:pt>
                <c:pt idx="53">
                  <c:v>863</c:v>
                </c:pt>
                <c:pt idx="54">
                  <c:v>864</c:v>
                </c:pt>
                <c:pt idx="55">
                  <c:v>864</c:v>
                </c:pt>
                <c:pt idx="56">
                  <c:v>863</c:v>
                </c:pt>
                <c:pt idx="57">
                  <c:v>863</c:v>
                </c:pt>
                <c:pt idx="58">
                  <c:v>863</c:v>
                </c:pt>
                <c:pt idx="59">
                  <c:v>863</c:v>
                </c:pt>
                <c:pt idx="60">
                  <c:v>864</c:v>
                </c:pt>
                <c:pt idx="61">
                  <c:v>863</c:v>
                </c:pt>
                <c:pt idx="62">
                  <c:v>864</c:v>
                </c:pt>
                <c:pt idx="63">
                  <c:v>864</c:v>
                </c:pt>
                <c:pt idx="64">
                  <c:v>864</c:v>
                </c:pt>
                <c:pt idx="65">
                  <c:v>864</c:v>
                </c:pt>
                <c:pt idx="66">
                  <c:v>863</c:v>
                </c:pt>
                <c:pt idx="67">
                  <c:v>863</c:v>
                </c:pt>
                <c:pt idx="68">
                  <c:v>863</c:v>
                </c:pt>
                <c:pt idx="69">
                  <c:v>863</c:v>
                </c:pt>
                <c:pt idx="70">
                  <c:v>864</c:v>
                </c:pt>
                <c:pt idx="71">
                  <c:v>864</c:v>
                </c:pt>
                <c:pt idx="72">
                  <c:v>841</c:v>
                </c:pt>
                <c:pt idx="73">
                  <c:v>841</c:v>
                </c:pt>
                <c:pt idx="74">
                  <c:v>842</c:v>
                </c:pt>
                <c:pt idx="75">
                  <c:v>841</c:v>
                </c:pt>
                <c:pt idx="76">
                  <c:v>841</c:v>
                </c:pt>
                <c:pt idx="77">
                  <c:v>842</c:v>
                </c:pt>
                <c:pt idx="78">
                  <c:v>842</c:v>
                </c:pt>
                <c:pt idx="79">
                  <c:v>841</c:v>
                </c:pt>
                <c:pt idx="80">
                  <c:v>842</c:v>
                </c:pt>
                <c:pt idx="81">
                  <c:v>841</c:v>
                </c:pt>
                <c:pt idx="82">
                  <c:v>841</c:v>
                </c:pt>
                <c:pt idx="83">
                  <c:v>841</c:v>
                </c:pt>
                <c:pt idx="84">
                  <c:v>841</c:v>
                </c:pt>
                <c:pt idx="85">
                  <c:v>842</c:v>
                </c:pt>
                <c:pt idx="86">
                  <c:v>842</c:v>
                </c:pt>
                <c:pt idx="87">
                  <c:v>842</c:v>
                </c:pt>
                <c:pt idx="88">
                  <c:v>842</c:v>
                </c:pt>
                <c:pt idx="89">
                  <c:v>841</c:v>
                </c:pt>
                <c:pt idx="90">
                  <c:v>842</c:v>
                </c:pt>
                <c:pt idx="91">
                  <c:v>841</c:v>
                </c:pt>
                <c:pt idx="92">
                  <c:v>841</c:v>
                </c:pt>
                <c:pt idx="93">
                  <c:v>841</c:v>
                </c:pt>
                <c:pt idx="94">
                  <c:v>842</c:v>
                </c:pt>
                <c:pt idx="95">
                  <c:v>842</c:v>
                </c:pt>
                <c:pt idx="96">
                  <c:v>842</c:v>
                </c:pt>
                <c:pt idx="97">
                  <c:v>841</c:v>
                </c:pt>
                <c:pt idx="98">
                  <c:v>842</c:v>
                </c:pt>
                <c:pt idx="99">
                  <c:v>841</c:v>
                </c:pt>
                <c:pt idx="100">
                  <c:v>843</c:v>
                </c:pt>
                <c:pt idx="101">
                  <c:v>843</c:v>
                </c:pt>
                <c:pt idx="102">
                  <c:v>842</c:v>
                </c:pt>
                <c:pt idx="103">
                  <c:v>839</c:v>
                </c:pt>
                <c:pt idx="104">
                  <c:v>821</c:v>
                </c:pt>
                <c:pt idx="105">
                  <c:v>821</c:v>
                </c:pt>
                <c:pt idx="106">
                  <c:v>821</c:v>
                </c:pt>
                <c:pt idx="107">
                  <c:v>820</c:v>
                </c:pt>
                <c:pt idx="108">
                  <c:v>821</c:v>
                </c:pt>
                <c:pt idx="109">
                  <c:v>820</c:v>
                </c:pt>
                <c:pt idx="110">
                  <c:v>820</c:v>
                </c:pt>
                <c:pt idx="111">
                  <c:v>821</c:v>
                </c:pt>
                <c:pt idx="112">
                  <c:v>821</c:v>
                </c:pt>
                <c:pt idx="113">
                  <c:v>820</c:v>
                </c:pt>
                <c:pt idx="114">
                  <c:v>821</c:v>
                </c:pt>
                <c:pt idx="115">
                  <c:v>821</c:v>
                </c:pt>
                <c:pt idx="116">
                  <c:v>821</c:v>
                </c:pt>
                <c:pt idx="117">
                  <c:v>821</c:v>
                </c:pt>
                <c:pt idx="118">
                  <c:v>821</c:v>
                </c:pt>
                <c:pt idx="119">
                  <c:v>821</c:v>
                </c:pt>
                <c:pt idx="120">
                  <c:v>821</c:v>
                </c:pt>
                <c:pt idx="121">
                  <c:v>821</c:v>
                </c:pt>
                <c:pt idx="122">
                  <c:v>821</c:v>
                </c:pt>
                <c:pt idx="123">
                  <c:v>821</c:v>
                </c:pt>
                <c:pt idx="124">
                  <c:v>821</c:v>
                </c:pt>
                <c:pt idx="125">
                  <c:v>821</c:v>
                </c:pt>
                <c:pt idx="126">
                  <c:v>821</c:v>
                </c:pt>
                <c:pt idx="127">
                  <c:v>822</c:v>
                </c:pt>
                <c:pt idx="128">
                  <c:v>821</c:v>
                </c:pt>
                <c:pt idx="129">
                  <c:v>821</c:v>
                </c:pt>
                <c:pt idx="130">
                  <c:v>820</c:v>
                </c:pt>
                <c:pt idx="131">
                  <c:v>821</c:v>
                </c:pt>
                <c:pt idx="132">
                  <c:v>821</c:v>
                </c:pt>
                <c:pt idx="133">
                  <c:v>820</c:v>
                </c:pt>
                <c:pt idx="134">
                  <c:v>820</c:v>
                </c:pt>
                <c:pt idx="135">
                  <c:v>800</c:v>
                </c:pt>
                <c:pt idx="136">
                  <c:v>801</c:v>
                </c:pt>
                <c:pt idx="137">
                  <c:v>800</c:v>
                </c:pt>
                <c:pt idx="138">
                  <c:v>801</c:v>
                </c:pt>
                <c:pt idx="139">
                  <c:v>800</c:v>
                </c:pt>
                <c:pt idx="140">
                  <c:v>800</c:v>
                </c:pt>
                <c:pt idx="141">
                  <c:v>800</c:v>
                </c:pt>
                <c:pt idx="142">
                  <c:v>801</c:v>
                </c:pt>
                <c:pt idx="143">
                  <c:v>800</c:v>
                </c:pt>
                <c:pt idx="144">
                  <c:v>800</c:v>
                </c:pt>
                <c:pt idx="145">
                  <c:v>801</c:v>
                </c:pt>
                <c:pt idx="146">
                  <c:v>801</c:v>
                </c:pt>
                <c:pt idx="147">
                  <c:v>800</c:v>
                </c:pt>
                <c:pt idx="148">
                  <c:v>801</c:v>
                </c:pt>
                <c:pt idx="149">
                  <c:v>801</c:v>
                </c:pt>
                <c:pt idx="150">
                  <c:v>801</c:v>
                </c:pt>
                <c:pt idx="151">
                  <c:v>800</c:v>
                </c:pt>
                <c:pt idx="152">
                  <c:v>802</c:v>
                </c:pt>
                <c:pt idx="153">
                  <c:v>801</c:v>
                </c:pt>
                <c:pt idx="154">
                  <c:v>802</c:v>
                </c:pt>
                <c:pt idx="155">
                  <c:v>800</c:v>
                </c:pt>
                <c:pt idx="156">
                  <c:v>800</c:v>
                </c:pt>
                <c:pt idx="157">
                  <c:v>801</c:v>
                </c:pt>
                <c:pt idx="158">
                  <c:v>801</c:v>
                </c:pt>
                <c:pt idx="159">
                  <c:v>800</c:v>
                </c:pt>
                <c:pt idx="160">
                  <c:v>800</c:v>
                </c:pt>
                <c:pt idx="161">
                  <c:v>800</c:v>
                </c:pt>
                <c:pt idx="162">
                  <c:v>800</c:v>
                </c:pt>
                <c:pt idx="163">
                  <c:v>786</c:v>
                </c:pt>
                <c:pt idx="164">
                  <c:v>781</c:v>
                </c:pt>
                <c:pt idx="165">
                  <c:v>781</c:v>
                </c:pt>
                <c:pt idx="166">
                  <c:v>780</c:v>
                </c:pt>
                <c:pt idx="167">
                  <c:v>781</c:v>
                </c:pt>
                <c:pt idx="168">
                  <c:v>781</c:v>
                </c:pt>
                <c:pt idx="169">
                  <c:v>781</c:v>
                </c:pt>
                <c:pt idx="170">
                  <c:v>781</c:v>
                </c:pt>
                <c:pt idx="171">
                  <c:v>781</c:v>
                </c:pt>
                <c:pt idx="172">
                  <c:v>781</c:v>
                </c:pt>
                <c:pt idx="173">
                  <c:v>781</c:v>
                </c:pt>
                <c:pt idx="174">
                  <c:v>781</c:v>
                </c:pt>
                <c:pt idx="175">
                  <c:v>781</c:v>
                </c:pt>
                <c:pt idx="176">
                  <c:v>781</c:v>
                </c:pt>
                <c:pt idx="177">
                  <c:v>781</c:v>
                </c:pt>
                <c:pt idx="178">
                  <c:v>781</c:v>
                </c:pt>
                <c:pt idx="179">
                  <c:v>781</c:v>
                </c:pt>
                <c:pt idx="180">
                  <c:v>781</c:v>
                </c:pt>
                <c:pt idx="181">
                  <c:v>781</c:v>
                </c:pt>
                <c:pt idx="182">
                  <c:v>781</c:v>
                </c:pt>
                <c:pt idx="183">
                  <c:v>781</c:v>
                </c:pt>
                <c:pt idx="184">
                  <c:v>781</c:v>
                </c:pt>
                <c:pt idx="185">
                  <c:v>781</c:v>
                </c:pt>
                <c:pt idx="186">
                  <c:v>780</c:v>
                </c:pt>
                <c:pt idx="187">
                  <c:v>781</c:v>
                </c:pt>
                <c:pt idx="188">
                  <c:v>781</c:v>
                </c:pt>
                <c:pt idx="189">
                  <c:v>781</c:v>
                </c:pt>
                <c:pt idx="190">
                  <c:v>781</c:v>
                </c:pt>
                <c:pt idx="191">
                  <c:v>781</c:v>
                </c:pt>
                <c:pt idx="192">
                  <c:v>780</c:v>
                </c:pt>
                <c:pt idx="193">
                  <c:v>781</c:v>
                </c:pt>
                <c:pt idx="194">
                  <c:v>760</c:v>
                </c:pt>
                <c:pt idx="195">
                  <c:v>760</c:v>
                </c:pt>
                <c:pt idx="196">
                  <c:v>760</c:v>
                </c:pt>
                <c:pt idx="197">
                  <c:v>760</c:v>
                </c:pt>
                <c:pt idx="198">
                  <c:v>760</c:v>
                </c:pt>
                <c:pt idx="199">
                  <c:v>760</c:v>
                </c:pt>
                <c:pt idx="200">
                  <c:v>761</c:v>
                </c:pt>
                <c:pt idx="201">
                  <c:v>760</c:v>
                </c:pt>
                <c:pt idx="202">
                  <c:v>760</c:v>
                </c:pt>
                <c:pt idx="203">
                  <c:v>761</c:v>
                </c:pt>
                <c:pt idx="204">
                  <c:v>760</c:v>
                </c:pt>
                <c:pt idx="205">
                  <c:v>760</c:v>
                </c:pt>
                <c:pt idx="206">
                  <c:v>760</c:v>
                </c:pt>
                <c:pt idx="207">
                  <c:v>760</c:v>
                </c:pt>
                <c:pt idx="208">
                  <c:v>760</c:v>
                </c:pt>
                <c:pt idx="209">
                  <c:v>760</c:v>
                </c:pt>
                <c:pt idx="210">
                  <c:v>761</c:v>
                </c:pt>
                <c:pt idx="211">
                  <c:v>760</c:v>
                </c:pt>
                <c:pt idx="212">
                  <c:v>761</c:v>
                </c:pt>
                <c:pt idx="213">
                  <c:v>760</c:v>
                </c:pt>
                <c:pt idx="214">
                  <c:v>760</c:v>
                </c:pt>
                <c:pt idx="215">
                  <c:v>761</c:v>
                </c:pt>
                <c:pt idx="216">
                  <c:v>760</c:v>
                </c:pt>
                <c:pt idx="217">
                  <c:v>760</c:v>
                </c:pt>
                <c:pt idx="218">
                  <c:v>761</c:v>
                </c:pt>
                <c:pt idx="219">
                  <c:v>760</c:v>
                </c:pt>
                <c:pt idx="220">
                  <c:v>760</c:v>
                </c:pt>
                <c:pt idx="221">
                  <c:v>760</c:v>
                </c:pt>
                <c:pt idx="222">
                  <c:v>760</c:v>
                </c:pt>
                <c:pt idx="223">
                  <c:v>760</c:v>
                </c:pt>
                <c:pt idx="224">
                  <c:v>760</c:v>
                </c:pt>
                <c:pt idx="225">
                  <c:v>760</c:v>
                </c:pt>
                <c:pt idx="226">
                  <c:v>740</c:v>
                </c:pt>
                <c:pt idx="227">
                  <c:v>740</c:v>
                </c:pt>
                <c:pt idx="228">
                  <c:v>741</c:v>
                </c:pt>
                <c:pt idx="229">
                  <c:v>742</c:v>
                </c:pt>
                <c:pt idx="230">
                  <c:v>742</c:v>
                </c:pt>
                <c:pt idx="231">
                  <c:v>742</c:v>
                </c:pt>
                <c:pt idx="232">
                  <c:v>741</c:v>
                </c:pt>
                <c:pt idx="233">
                  <c:v>742</c:v>
                </c:pt>
                <c:pt idx="234">
                  <c:v>742</c:v>
                </c:pt>
                <c:pt idx="235">
                  <c:v>742</c:v>
                </c:pt>
                <c:pt idx="236">
                  <c:v>742</c:v>
                </c:pt>
                <c:pt idx="237">
                  <c:v>742</c:v>
                </c:pt>
                <c:pt idx="238">
                  <c:v>742</c:v>
                </c:pt>
                <c:pt idx="239">
                  <c:v>742</c:v>
                </c:pt>
                <c:pt idx="240">
                  <c:v>742</c:v>
                </c:pt>
                <c:pt idx="241">
                  <c:v>742</c:v>
                </c:pt>
                <c:pt idx="242">
                  <c:v>742</c:v>
                </c:pt>
                <c:pt idx="243">
                  <c:v>742</c:v>
                </c:pt>
                <c:pt idx="244">
                  <c:v>742</c:v>
                </c:pt>
                <c:pt idx="245">
                  <c:v>742</c:v>
                </c:pt>
                <c:pt idx="246">
                  <c:v>742</c:v>
                </c:pt>
                <c:pt idx="247">
                  <c:v>742</c:v>
                </c:pt>
                <c:pt idx="248">
                  <c:v>742</c:v>
                </c:pt>
                <c:pt idx="249">
                  <c:v>742</c:v>
                </c:pt>
                <c:pt idx="250">
                  <c:v>742</c:v>
                </c:pt>
                <c:pt idx="251">
                  <c:v>742</c:v>
                </c:pt>
                <c:pt idx="252">
                  <c:v>742</c:v>
                </c:pt>
                <c:pt idx="253">
                  <c:v>742</c:v>
                </c:pt>
                <c:pt idx="254">
                  <c:v>742</c:v>
                </c:pt>
                <c:pt idx="255">
                  <c:v>742</c:v>
                </c:pt>
                <c:pt idx="256">
                  <c:v>721</c:v>
                </c:pt>
                <c:pt idx="257">
                  <c:v>721</c:v>
                </c:pt>
                <c:pt idx="258">
                  <c:v>721</c:v>
                </c:pt>
                <c:pt idx="259">
                  <c:v>721</c:v>
                </c:pt>
                <c:pt idx="260">
                  <c:v>721</c:v>
                </c:pt>
                <c:pt idx="261">
                  <c:v>721</c:v>
                </c:pt>
                <c:pt idx="262">
                  <c:v>721</c:v>
                </c:pt>
                <c:pt idx="263">
                  <c:v>722</c:v>
                </c:pt>
                <c:pt idx="264">
                  <c:v>722</c:v>
                </c:pt>
                <c:pt idx="265">
                  <c:v>721</c:v>
                </c:pt>
                <c:pt idx="266">
                  <c:v>721</c:v>
                </c:pt>
                <c:pt idx="267">
                  <c:v>722</c:v>
                </c:pt>
                <c:pt idx="268">
                  <c:v>722</c:v>
                </c:pt>
                <c:pt idx="269">
                  <c:v>721</c:v>
                </c:pt>
                <c:pt idx="270">
                  <c:v>721</c:v>
                </c:pt>
                <c:pt idx="271">
                  <c:v>722</c:v>
                </c:pt>
                <c:pt idx="272">
                  <c:v>721</c:v>
                </c:pt>
                <c:pt idx="273">
                  <c:v>722</c:v>
                </c:pt>
                <c:pt idx="274">
                  <c:v>722</c:v>
                </c:pt>
                <c:pt idx="275">
                  <c:v>721</c:v>
                </c:pt>
                <c:pt idx="276">
                  <c:v>721</c:v>
                </c:pt>
                <c:pt idx="277">
                  <c:v>722</c:v>
                </c:pt>
                <c:pt idx="278">
                  <c:v>721</c:v>
                </c:pt>
                <c:pt idx="279">
                  <c:v>721</c:v>
                </c:pt>
                <c:pt idx="280">
                  <c:v>721</c:v>
                </c:pt>
                <c:pt idx="281">
                  <c:v>721</c:v>
                </c:pt>
                <c:pt idx="282">
                  <c:v>721</c:v>
                </c:pt>
                <c:pt idx="283">
                  <c:v>722</c:v>
                </c:pt>
                <c:pt idx="284">
                  <c:v>722</c:v>
                </c:pt>
                <c:pt idx="285">
                  <c:v>721</c:v>
                </c:pt>
                <c:pt idx="286">
                  <c:v>715</c:v>
                </c:pt>
                <c:pt idx="287">
                  <c:v>703</c:v>
                </c:pt>
                <c:pt idx="288">
                  <c:v>703</c:v>
                </c:pt>
                <c:pt idx="289">
                  <c:v>703</c:v>
                </c:pt>
                <c:pt idx="290">
                  <c:v>703</c:v>
                </c:pt>
                <c:pt idx="291">
                  <c:v>703</c:v>
                </c:pt>
                <c:pt idx="292">
                  <c:v>703</c:v>
                </c:pt>
                <c:pt idx="293">
                  <c:v>703</c:v>
                </c:pt>
                <c:pt idx="294">
                  <c:v>703</c:v>
                </c:pt>
                <c:pt idx="295">
                  <c:v>703</c:v>
                </c:pt>
                <c:pt idx="296">
                  <c:v>703</c:v>
                </c:pt>
                <c:pt idx="297">
                  <c:v>703</c:v>
                </c:pt>
                <c:pt idx="298">
                  <c:v>703</c:v>
                </c:pt>
                <c:pt idx="299">
                  <c:v>703</c:v>
                </c:pt>
                <c:pt idx="300">
                  <c:v>703</c:v>
                </c:pt>
                <c:pt idx="301">
                  <c:v>703</c:v>
                </c:pt>
                <c:pt idx="302">
                  <c:v>703</c:v>
                </c:pt>
                <c:pt idx="303">
                  <c:v>703</c:v>
                </c:pt>
                <c:pt idx="304">
                  <c:v>703</c:v>
                </c:pt>
                <c:pt idx="305">
                  <c:v>703</c:v>
                </c:pt>
                <c:pt idx="306">
                  <c:v>703</c:v>
                </c:pt>
                <c:pt idx="307">
                  <c:v>703</c:v>
                </c:pt>
                <c:pt idx="308">
                  <c:v>703</c:v>
                </c:pt>
                <c:pt idx="309">
                  <c:v>703</c:v>
                </c:pt>
                <c:pt idx="310">
                  <c:v>703</c:v>
                </c:pt>
                <c:pt idx="311">
                  <c:v>703</c:v>
                </c:pt>
                <c:pt idx="312">
                  <c:v>703</c:v>
                </c:pt>
                <c:pt idx="313">
                  <c:v>703</c:v>
                </c:pt>
                <c:pt idx="314">
                  <c:v>703</c:v>
                </c:pt>
                <c:pt idx="315">
                  <c:v>703</c:v>
                </c:pt>
                <c:pt idx="316">
                  <c:v>701</c:v>
                </c:pt>
                <c:pt idx="317">
                  <c:v>682</c:v>
                </c:pt>
                <c:pt idx="318">
                  <c:v>683</c:v>
                </c:pt>
                <c:pt idx="319">
                  <c:v>682</c:v>
                </c:pt>
                <c:pt idx="320">
                  <c:v>683</c:v>
                </c:pt>
                <c:pt idx="321">
                  <c:v>682</c:v>
                </c:pt>
                <c:pt idx="322">
                  <c:v>684</c:v>
                </c:pt>
                <c:pt idx="323">
                  <c:v>684</c:v>
                </c:pt>
                <c:pt idx="324">
                  <c:v>685</c:v>
                </c:pt>
                <c:pt idx="325">
                  <c:v>684</c:v>
                </c:pt>
                <c:pt idx="326">
                  <c:v>685</c:v>
                </c:pt>
                <c:pt idx="327">
                  <c:v>685</c:v>
                </c:pt>
                <c:pt idx="328">
                  <c:v>684</c:v>
                </c:pt>
                <c:pt idx="329">
                  <c:v>684</c:v>
                </c:pt>
                <c:pt idx="330">
                  <c:v>684</c:v>
                </c:pt>
                <c:pt idx="331">
                  <c:v>682</c:v>
                </c:pt>
                <c:pt idx="332">
                  <c:v>685</c:v>
                </c:pt>
                <c:pt idx="333">
                  <c:v>682</c:v>
                </c:pt>
                <c:pt idx="334">
                  <c:v>683</c:v>
                </c:pt>
                <c:pt idx="335">
                  <c:v>683</c:v>
                </c:pt>
                <c:pt idx="336">
                  <c:v>683</c:v>
                </c:pt>
                <c:pt idx="337">
                  <c:v>683</c:v>
                </c:pt>
                <c:pt idx="338">
                  <c:v>684</c:v>
                </c:pt>
                <c:pt idx="339">
                  <c:v>683</c:v>
                </c:pt>
                <c:pt idx="340">
                  <c:v>683</c:v>
                </c:pt>
                <c:pt idx="341">
                  <c:v>682</c:v>
                </c:pt>
                <c:pt idx="342">
                  <c:v>683</c:v>
                </c:pt>
                <c:pt idx="343">
                  <c:v>682</c:v>
                </c:pt>
                <c:pt idx="344">
                  <c:v>682</c:v>
                </c:pt>
                <c:pt idx="345">
                  <c:v>682</c:v>
                </c:pt>
                <c:pt idx="346">
                  <c:v>682</c:v>
                </c:pt>
                <c:pt idx="347">
                  <c:v>682</c:v>
                </c:pt>
                <c:pt idx="348">
                  <c:v>664</c:v>
                </c:pt>
                <c:pt idx="349">
                  <c:v>663</c:v>
                </c:pt>
                <c:pt idx="350">
                  <c:v>664</c:v>
                </c:pt>
                <c:pt idx="351">
                  <c:v>664</c:v>
                </c:pt>
                <c:pt idx="352">
                  <c:v>664</c:v>
                </c:pt>
                <c:pt idx="353">
                  <c:v>664</c:v>
                </c:pt>
                <c:pt idx="354">
                  <c:v>664</c:v>
                </c:pt>
                <c:pt idx="355">
                  <c:v>664</c:v>
                </c:pt>
                <c:pt idx="356">
                  <c:v>664</c:v>
                </c:pt>
                <c:pt idx="357">
                  <c:v>664</c:v>
                </c:pt>
                <c:pt idx="358">
                  <c:v>664</c:v>
                </c:pt>
                <c:pt idx="359">
                  <c:v>664</c:v>
                </c:pt>
                <c:pt idx="360">
                  <c:v>664</c:v>
                </c:pt>
                <c:pt idx="361">
                  <c:v>664</c:v>
                </c:pt>
                <c:pt idx="362">
                  <c:v>664</c:v>
                </c:pt>
                <c:pt idx="363">
                  <c:v>664</c:v>
                </c:pt>
                <c:pt idx="364">
                  <c:v>664</c:v>
                </c:pt>
                <c:pt idx="365">
                  <c:v>664</c:v>
                </c:pt>
                <c:pt idx="366">
                  <c:v>664</c:v>
                </c:pt>
                <c:pt idx="367">
                  <c:v>664</c:v>
                </c:pt>
                <c:pt idx="368">
                  <c:v>664</c:v>
                </c:pt>
                <c:pt idx="369">
                  <c:v>664</c:v>
                </c:pt>
                <c:pt idx="370">
                  <c:v>664</c:v>
                </c:pt>
                <c:pt idx="371">
                  <c:v>664</c:v>
                </c:pt>
                <c:pt idx="372">
                  <c:v>664</c:v>
                </c:pt>
                <c:pt idx="373">
                  <c:v>664</c:v>
                </c:pt>
                <c:pt idx="374">
                  <c:v>664</c:v>
                </c:pt>
                <c:pt idx="375">
                  <c:v>664</c:v>
                </c:pt>
                <c:pt idx="376">
                  <c:v>662</c:v>
                </c:pt>
                <c:pt idx="377">
                  <c:v>643</c:v>
                </c:pt>
                <c:pt idx="378">
                  <c:v>643</c:v>
                </c:pt>
                <c:pt idx="379">
                  <c:v>643</c:v>
                </c:pt>
                <c:pt idx="380">
                  <c:v>644</c:v>
                </c:pt>
                <c:pt idx="381">
                  <c:v>643</c:v>
                </c:pt>
                <c:pt idx="382">
                  <c:v>643</c:v>
                </c:pt>
                <c:pt idx="383">
                  <c:v>644</c:v>
                </c:pt>
                <c:pt idx="384">
                  <c:v>643</c:v>
                </c:pt>
                <c:pt idx="385">
                  <c:v>643</c:v>
                </c:pt>
                <c:pt idx="386">
                  <c:v>643</c:v>
                </c:pt>
                <c:pt idx="387">
                  <c:v>643</c:v>
                </c:pt>
                <c:pt idx="388">
                  <c:v>643</c:v>
                </c:pt>
                <c:pt idx="389">
                  <c:v>643</c:v>
                </c:pt>
                <c:pt idx="390">
                  <c:v>643</c:v>
                </c:pt>
                <c:pt idx="391">
                  <c:v>643</c:v>
                </c:pt>
                <c:pt idx="392">
                  <c:v>643</c:v>
                </c:pt>
                <c:pt idx="393">
                  <c:v>643</c:v>
                </c:pt>
                <c:pt idx="394">
                  <c:v>643</c:v>
                </c:pt>
                <c:pt idx="395">
                  <c:v>643</c:v>
                </c:pt>
                <c:pt idx="396">
                  <c:v>643</c:v>
                </c:pt>
                <c:pt idx="397">
                  <c:v>643</c:v>
                </c:pt>
                <c:pt idx="398">
                  <c:v>643</c:v>
                </c:pt>
                <c:pt idx="399">
                  <c:v>643</c:v>
                </c:pt>
                <c:pt idx="400">
                  <c:v>643</c:v>
                </c:pt>
                <c:pt idx="401">
                  <c:v>643</c:v>
                </c:pt>
                <c:pt idx="402">
                  <c:v>642</c:v>
                </c:pt>
                <c:pt idx="403">
                  <c:v>643</c:v>
                </c:pt>
                <c:pt idx="404">
                  <c:v>641</c:v>
                </c:pt>
                <c:pt idx="405">
                  <c:v>641</c:v>
                </c:pt>
                <c:pt idx="406">
                  <c:v>641</c:v>
                </c:pt>
                <c:pt idx="407">
                  <c:v>640</c:v>
                </c:pt>
                <c:pt idx="408">
                  <c:v>619</c:v>
                </c:pt>
                <c:pt idx="409">
                  <c:v>619</c:v>
                </c:pt>
                <c:pt idx="410">
                  <c:v>621</c:v>
                </c:pt>
                <c:pt idx="411">
                  <c:v>623</c:v>
                </c:pt>
                <c:pt idx="412">
                  <c:v>623</c:v>
                </c:pt>
                <c:pt idx="413">
                  <c:v>623</c:v>
                </c:pt>
                <c:pt idx="414">
                  <c:v>623</c:v>
                </c:pt>
                <c:pt idx="415">
                  <c:v>622</c:v>
                </c:pt>
                <c:pt idx="416">
                  <c:v>622</c:v>
                </c:pt>
                <c:pt idx="417">
                  <c:v>622</c:v>
                </c:pt>
                <c:pt idx="418">
                  <c:v>622</c:v>
                </c:pt>
                <c:pt idx="419">
                  <c:v>622</c:v>
                </c:pt>
                <c:pt idx="420">
                  <c:v>622</c:v>
                </c:pt>
                <c:pt idx="421">
                  <c:v>622</c:v>
                </c:pt>
                <c:pt idx="422">
                  <c:v>622</c:v>
                </c:pt>
                <c:pt idx="423">
                  <c:v>622</c:v>
                </c:pt>
                <c:pt idx="424">
                  <c:v>622</c:v>
                </c:pt>
                <c:pt idx="425">
                  <c:v>622</c:v>
                </c:pt>
                <c:pt idx="426">
                  <c:v>622</c:v>
                </c:pt>
                <c:pt idx="427">
                  <c:v>622</c:v>
                </c:pt>
                <c:pt idx="428">
                  <c:v>621</c:v>
                </c:pt>
                <c:pt idx="429">
                  <c:v>621</c:v>
                </c:pt>
                <c:pt idx="430">
                  <c:v>622</c:v>
                </c:pt>
                <c:pt idx="431">
                  <c:v>622</c:v>
                </c:pt>
                <c:pt idx="432">
                  <c:v>621</c:v>
                </c:pt>
                <c:pt idx="433">
                  <c:v>622</c:v>
                </c:pt>
                <c:pt idx="434">
                  <c:v>622</c:v>
                </c:pt>
                <c:pt idx="435">
                  <c:v>622</c:v>
                </c:pt>
                <c:pt idx="436">
                  <c:v>622</c:v>
                </c:pt>
                <c:pt idx="437">
                  <c:v>622</c:v>
                </c:pt>
                <c:pt idx="438">
                  <c:v>622</c:v>
                </c:pt>
                <c:pt idx="439">
                  <c:v>621</c:v>
                </c:pt>
                <c:pt idx="440">
                  <c:v>601</c:v>
                </c:pt>
                <c:pt idx="441">
                  <c:v>601</c:v>
                </c:pt>
                <c:pt idx="442">
                  <c:v>601</c:v>
                </c:pt>
                <c:pt idx="443">
                  <c:v>601</c:v>
                </c:pt>
                <c:pt idx="444">
                  <c:v>602</c:v>
                </c:pt>
                <c:pt idx="445">
                  <c:v>602</c:v>
                </c:pt>
                <c:pt idx="446">
                  <c:v>601</c:v>
                </c:pt>
                <c:pt idx="447">
                  <c:v>604</c:v>
                </c:pt>
                <c:pt idx="448">
                  <c:v>602</c:v>
                </c:pt>
                <c:pt idx="449">
                  <c:v>602</c:v>
                </c:pt>
                <c:pt idx="450">
                  <c:v>601</c:v>
                </c:pt>
                <c:pt idx="451">
                  <c:v>601</c:v>
                </c:pt>
                <c:pt idx="452">
                  <c:v>601</c:v>
                </c:pt>
                <c:pt idx="453">
                  <c:v>604</c:v>
                </c:pt>
                <c:pt idx="454">
                  <c:v>602</c:v>
                </c:pt>
                <c:pt idx="455">
                  <c:v>601</c:v>
                </c:pt>
                <c:pt idx="456">
                  <c:v>601</c:v>
                </c:pt>
                <c:pt idx="457">
                  <c:v>601</c:v>
                </c:pt>
                <c:pt idx="458">
                  <c:v>601</c:v>
                </c:pt>
                <c:pt idx="459">
                  <c:v>601</c:v>
                </c:pt>
                <c:pt idx="460">
                  <c:v>601</c:v>
                </c:pt>
                <c:pt idx="461">
                  <c:v>601</c:v>
                </c:pt>
                <c:pt idx="462">
                  <c:v>599</c:v>
                </c:pt>
                <c:pt idx="463">
                  <c:v>601</c:v>
                </c:pt>
                <c:pt idx="464">
                  <c:v>601</c:v>
                </c:pt>
                <c:pt idx="465">
                  <c:v>601</c:v>
                </c:pt>
                <c:pt idx="466">
                  <c:v>601</c:v>
                </c:pt>
                <c:pt idx="467">
                  <c:v>601</c:v>
                </c:pt>
                <c:pt idx="468">
                  <c:v>580</c:v>
                </c:pt>
                <c:pt idx="469">
                  <c:v>580</c:v>
                </c:pt>
                <c:pt idx="470">
                  <c:v>580</c:v>
                </c:pt>
                <c:pt idx="471">
                  <c:v>580</c:v>
                </c:pt>
                <c:pt idx="472">
                  <c:v>580</c:v>
                </c:pt>
                <c:pt idx="473">
                  <c:v>580</c:v>
                </c:pt>
                <c:pt idx="474">
                  <c:v>581</c:v>
                </c:pt>
                <c:pt idx="475">
                  <c:v>580</c:v>
                </c:pt>
                <c:pt idx="476">
                  <c:v>580</c:v>
                </c:pt>
                <c:pt idx="477">
                  <c:v>580</c:v>
                </c:pt>
                <c:pt idx="478">
                  <c:v>581</c:v>
                </c:pt>
                <c:pt idx="479">
                  <c:v>580</c:v>
                </c:pt>
                <c:pt idx="480">
                  <c:v>580</c:v>
                </c:pt>
                <c:pt idx="481">
                  <c:v>580</c:v>
                </c:pt>
                <c:pt idx="482">
                  <c:v>580</c:v>
                </c:pt>
                <c:pt idx="483">
                  <c:v>581</c:v>
                </c:pt>
                <c:pt idx="484">
                  <c:v>580</c:v>
                </c:pt>
                <c:pt idx="485">
                  <c:v>580</c:v>
                </c:pt>
                <c:pt idx="486">
                  <c:v>579</c:v>
                </c:pt>
                <c:pt idx="487">
                  <c:v>580</c:v>
                </c:pt>
                <c:pt idx="488">
                  <c:v>580</c:v>
                </c:pt>
                <c:pt idx="489">
                  <c:v>579</c:v>
                </c:pt>
                <c:pt idx="490">
                  <c:v>579</c:v>
                </c:pt>
                <c:pt idx="491">
                  <c:v>580</c:v>
                </c:pt>
                <c:pt idx="492">
                  <c:v>580</c:v>
                </c:pt>
                <c:pt idx="493">
                  <c:v>579</c:v>
                </c:pt>
                <c:pt idx="494">
                  <c:v>579</c:v>
                </c:pt>
                <c:pt idx="495">
                  <c:v>577</c:v>
                </c:pt>
                <c:pt idx="496">
                  <c:v>577</c:v>
                </c:pt>
                <c:pt idx="497">
                  <c:v>578</c:v>
                </c:pt>
                <c:pt idx="498">
                  <c:v>578</c:v>
                </c:pt>
                <c:pt idx="499">
                  <c:v>557</c:v>
                </c:pt>
                <c:pt idx="500">
                  <c:v>557</c:v>
                </c:pt>
                <c:pt idx="501">
                  <c:v>557</c:v>
                </c:pt>
                <c:pt idx="502">
                  <c:v>556</c:v>
                </c:pt>
                <c:pt idx="503">
                  <c:v>556</c:v>
                </c:pt>
                <c:pt idx="504">
                  <c:v>556</c:v>
                </c:pt>
                <c:pt idx="505">
                  <c:v>556</c:v>
                </c:pt>
                <c:pt idx="506">
                  <c:v>556</c:v>
                </c:pt>
                <c:pt idx="507">
                  <c:v>556</c:v>
                </c:pt>
                <c:pt idx="508">
                  <c:v>556</c:v>
                </c:pt>
                <c:pt idx="509">
                  <c:v>556</c:v>
                </c:pt>
                <c:pt idx="510">
                  <c:v>559</c:v>
                </c:pt>
                <c:pt idx="511">
                  <c:v>558</c:v>
                </c:pt>
                <c:pt idx="512">
                  <c:v>556</c:v>
                </c:pt>
                <c:pt idx="513">
                  <c:v>556</c:v>
                </c:pt>
                <c:pt idx="514">
                  <c:v>556</c:v>
                </c:pt>
                <c:pt idx="515">
                  <c:v>557</c:v>
                </c:pt>
                <c:pt idx="516">
                  <c:v>560</c:v>
                </c:pt>
                <c:pt idx="517">
                  <c:v>559</c:v>
                </c:pt>
                <c:pt idx="518">
                  <c:v>559</c:v>
                </c:pt>
                <c:pt idx="519">
                  <c:v>559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B06E-48A9-BD24-8F2C837CF42F}"/>
            </c:ext>
          </c:extLst>
        </c:ser>
        <c:ser>
          <c:idx val="13"/>
          <c:order val="13"/>
          <c:tx>
            <c:strRef>
              <c:f>Sheet1!$Z$1</c:f>
              <c:strCache>
                <c:ptCount val="1"/>
                <c:pt idx="0">
                  <c:v>cell14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Sheet1!$Z$2:$Z$521</c:f>
              <c:numCache>
                <c:formatCode>General</c:formatCode>
                <c:ptCount val="520"/>
                <c:pt idx="0">
                  <c:v>957</c:v>
                </c:pt>
                <c:pt idx="1">
                  <c:v>955</c:v>
                </c:pt>
                <c:pt idx="2">
                  <c:v>955</c:v>
                </c:pt>
                <c:pt idx="3">
                  <c:v>955</c:v>
                </c:pt>
                <c:pt idx="4">
                  <c:v>955</c:v>
                </c:pt>
                <c:pt idx="5">
                  <c:v>955</c:v>
                </c:pt>
                <c:pt idx="6">
                  <c:v>955</c:v>
                </c:pt>
                <c:pt idx="7">
                  <c:v>954</c:v>
                </c:pt>
                <c:pt idx="8">
                  <c:v>954</c:v>
                </c:pt>
                <c:pt idx="9">
                  <c:v>952</c:v>
                </c:pt>
                <c:pt idx="10">
                  <c:v>886</c:v>
                </c:pt>
                <c:pt idx="11">
                  <c:v>886</c:v>
                </c:pt>
                <c:pt idx="12">
                  <c:v>886</c:v>
                </c:pt>
                <c:pt idx="13">
                  <c:v>886</c:v>
                </c:pt>
                <c:pt idx="14">
                  <c:v>886</c:v>
                </c:pt>
                <c:pt idx="15">
                  <c:v>886</c:v>
                </c:pt>
                <c:pt idx="16">
                  <c:v>886</c:v>
                </c:pt>
                <c:pt idx="17">
                  <c:v>886</c:v>
                </c:pt>
                <c:pt idx="18">
                  <c:v>886</c:v>
                </c:pt>
                <c:pt idx="19">
                  <c:v>886</c:v>
                </c:pt>
                <c:pt idx="20">
                  <c:v>886</c:v>
                </c:pt>
                <c:pt idx="21">
                  <c:v>886</c:v>
                </c:pt>
                <c:pt idx="22">
                  <c:v>886</c:v>
                </c:pt>
                <c:pt idx="23">
                  <c:v>886</c:v>
                </c:pt>
                <c:pt idx="24">
                  <c:v>886</c:v>
                </c:pt>
                <c:pt idx="25">
                  <c:v>886</c:v>
                </c:pt>
                <c:pt idx="26">
                  <c:v>886</c:v>
                </c:pt>
                <c:pt idx="27">
                  <c:v>886</c:v>
                </c:pt>
                <c:pt idx="28">
                  <c:v>886</c:v>
                </c:pt>
                <c:pt idx="29">
                  <c:v>886</c:v>
                </c:pt>
                <c:pt idx="30">
                  <c:v>886</c:v>
                </c:pt>
                <c:pt idx="31">
                  <c:v>886</c:v>
                </c:pt>
                <c:pt idx="32">
                  <c:v>886</c:v>
                </c:pt>
                <c:pt idx="33">
                  <c:v>886</c:v>
                </c:pt>
                <c:pt idx="34">
                  <c:v>886</c:v>
                </c:pt>
                <c:pt idx="35">
                  <c:v>886</c:v>
                </c:pt>
                <c:pt idx="36">
                  <c:v>886</c:v>
                </c:pt>
                <c:pt idx="37">
                  <c:v>886</c:v>
                </c:pt>
                <c:pt idx="38">
                  <c:v>886</c:v>
                </c:pt>
                <c:pt idx="39">
                  <c:v>886</c:v>
                </c:pt>
                <c:pt idx="40">
                  <c:v>886</c:v>
                </c:pt>
                <c:pt idx="41">
                  <c:v>864</c:v>
                </c:pt>
                <c:pt idx="42">
                  <c:v>862</c:v>
                </c:pt>
                <c:pt idx="43">
                  <c:v>863</c:v>
                </c:pt>
                <c:pt idx="44">
                  <c:v>862</c:v>
                </c:pt>
                <c:pt idx="45">
                  <c:v>863</c:v>
                </c:pt>
                <c:pt idx="46">
                  <c:v>863</c:v>
                </c:pt>
                <c:pt idx="47">
                  <c:v>864</c:v>
                </c:pt>
                <c:pt idx="48">
                  <c:v>863</c:v>
                </c:pt>
                <c:pt idx="49">
                  <c:v>862</c:v>
                </c:pt>
                <c:pt idx="50">
                  <c:v>863</c:v>
                </c:pt>
                <c:pt idx="51">
                  <c:v>862</c:v>
                </c:pt>
                <c:pt idx="52">
                  <c:v>863</c:v>
                </c:pt>
                <c:pt idx="53">
                  <c:v>863</c:v>
                </c:pt>
                <c:pt idx="54">
                  <c:v>865</c:v>
                </c:pt>
                <c:pt idx="55">
                  <c:v>863</c:v>
                </c:pt>
                <c:pt idx="56">
                  <c:v>862</c:v>
                </c:pt>
                <c:pt idx="57">
                  <c:v>862</c:v>
                </c:pt>
                <c:pt idx="58">
                  <c:v>863</c:v>
                </c:pt>
                <c:pt idx="59">
                  <c:v>863</c:v>
                </c:pt>
                <c:pt idx="60">
                  <c:v>863</c:v>
                </c:pt>
                <c:pt idx="61">
                  <c:v>863</c:v>
                </c:pt>
                <c:pt idx="62">
                  <c:v>863</c:v>
                </c:pt>
                <c:pt idx="63">
                  <c:v>863</c:v>
                </c:pt>
                <c:pt idx="64">
                  <c:v>863</c:v>
                </c:pt>
                <c:pt idx="65">
                  <c:v>863</c:v>
                </c:pt>
                <c:pt idx="66">
                  <c:v>863</c:v>
                </c:pt>
                <c:pt idx="67">
                  <c:v>863</c:v>
                </c:pt>
                <c:pt idx="68">
                  <c:v>863</c:v>
                </c:pt>
                <c:pt idx="69">
                  <c:v>863</c:v>
                </c:pt>
                <c:pt idx="70">
                  <c:v>862</c:v>
                </c:pt>
                <c:pt idx="71">
                  <c:v>864</c:v>
                </c:pt>
                <c:pt idx="72">
                  <c:v>841</c:v>
                </c:pt>
                <c:pt idx="73">
                  <c:v>842</c:v>
                </c:pt>
                <c:pt idx="74">
                  <c:v>841</c:v>
                </c:pt>
                <c:pt idx="75">
                  <c:v>841</c:v>
                </c:pt>
                <c:pt idx="76">
                  <c:v>842</c:v>
                </c:pt>
                <c:pt idx="77">
                  <c:v>842</c:v>
                </c:pt>
                <c:pt idx="78">
                  <c:v>842</c:v>
                </c:pt>
                <c:pt idx="79">
                  <c:v>842</c:v>
                </c:pt>
                <c:pt idx="80">
                  <c:v>841</c:v>
                </c:pt>
                <c:pt idx="81">
                  <c:v>841</c:v>
                </c:pt>
                <c:pt idx="82">
                  <c:v>841</c:v>
                </c:pt>
                <c:pt idx="83">
                  <c:v>841</c:v>
                </c:pt>
                <c:pt idx="84">
                  <c:v>841</c:v>
                </c:pt>
                <c:pt idx="85">
                  <c:v>841</c:v>
                </c:pt>
                <c:pt idx="86">
                  <c:v>842</c:v>
                </c:pt>
                <c:pt idx="87">
                  <c:v>841</c:v>
                </c:pt>
                <c:pt idx="88">
                  <c:v>842</c:v>
                </c:pt>
                <c:pt idx="89">
                  <c:v>841</c:v>
                </c:pt>
                <c:pt idx="90">
                  <c:v>842</c:v>
                </c:pt>
                <c:pt idx="91">
                  <c:v>841</c:v>
                </c:pt>
                <c:pt idx="92">
                  <c:v>841</c:v>
                </c:pt>
                <c:pt idx="93">
                  <c:v>841</c:v>
                </c:pt>
                <c:pt idx="94">
                  <c:v>842</c:v>
                </c:pt>
                <c:pt idx="95">
                  <c:v>841</c:v>
                </c:pt>
                <c:pt idx="96">
                  <c:v>841</c:v>
                </c:pt>
                <c:pt idx="97">
                  <c:v>841</c:v>
                </c:pt>
                <c:pt idx="98">
                  <c:v>842</c:v>
                </c:pt>
                <c:pt idx="99">
                  <c:v>842</c:v>
                </c:pt>
                <c:pt idx="100">
                  <c:v>841</c:v>
                </c:pt>
                <c:pt idx="101">
                  <c:v>842</c:v>
                </c:pt>
                <c:pt idx="102">
                  <c:v>841</c:v>
                </c:pt>
                <c:pt idx="103">
                  <c:v>840</c:v>
                </c:pt>
                <c:pt idx="104">
                  <c:v>820</c:v>
                </c:pt>
                <c:pt idx="105">
                  <c:v>820</c:v>
                </c:pt>
                <c:pt idx="106">
                  <c:v>820</c:v>
                </c:pt>
                <c:pt idx="107">
                  <c:v>820</c:v>
                </c:pt>
                <c:pt idx="108">
                  <c:v>820</c:v>
                </c:pt>
                <c:pt idx="109">
                  <c:v>820</c:v>
                </c:pt>
                <c:pt idx="110">
                  <c:v>820</c:v>
                </c:pt>
                <c:pt idx="111">
                  <c:v>820</c:v>
                </c:pt>
                <c:pt idx="112">
                  <c:v>820</c:v>
                </c:pt>
                <c:pt idx="113">
                  <c:v>820</c:v>
                </c:pt>
                <c:pt idx="114">
                  <c:v>820</c:v>
                </c:pt>
                <c:pt idx="115">
                  <c:v>820</c:v>
                </c:pt>
                <c:pt idx="116">
                  <c:v>820</c:v>
                </c:pt>
                <c:pt idx="117">
                  <c:v>820</c:v>
                </c:pt>
                <c:pt idx="118">
                  <c:v>820</c:v>
                </c:pt>
                <c:pt idx="119">
                  <c:v>820</c:v>
                </c:pt>
                <c:pt idx="120">
                  <c:v>820</c:v>
                </c:pt>
                <c:pt idx="121">
                  <c:v>820</c:v>
                </c:pt>
                <c:pt idx="122">
                  <c:v>820</c:v>
                </c:pt>
                <c:pt idx="123">
                  <c:v>820</c:v>
                </c:pt>
                <c:pt idx="124">
                  <c:v>820</c:v>
                </c:pt>
                <c:pt idx="125">
                  <c:v>820</c:v>
                </c:pt>
                <c:pt idx="126">
                  <c:v>820</c:v>
                </c:pt>
                <c:pt idx="127">
                  <c:v>820</c:v>
                </c:pt>
                <c:pt idx="128">
                  <c:v>820</c:v>
                </c:pt>
                <c:pt idx="129">
                  <c:v>820</c:v>
                </c:pt>
                <c:pt idx="130">
                  <c:v>820</c:v>
                </c:pt>
                <c:pt idx="131">
                  <c:v>820</c:v>
                </c:pt>
                <c:pt idx="132">
                  <c:v>820</c:v>
                </c:pt>
                <c:pt idx="133">
                  <c:v>820</c:v>
                </c:pt>
                <c:pt idx="134">
                  <c:v>820</c:v>
                </c:pt>
                <c:pt idx="135">
                  <c:v>799</c:v>
                </c:pt>
                <c:pt idx="136">
                  <c:v>799</c:v>
                </c:pt>
                <c:pt idx="137">
                  <c:v>799</c:v>
                </c:pt>
                <c:pt idx="138">
                  <c:v>799</c:v>
                </c:pt>
                <c:pt idx="139">
                  <c:v>799</c:v>
                </c:pt>
                <c:pt idx="140">
                  <c:v>799</c:v>
                </c:pt>
                <c:pt idx="141">
                  <c:v>799</c:v>
                </c:pt>
                <c:pt idx="142">
                  <c:v>799</c:v>
                </c:pt>
                <c:pt idx="143">
                  <c:v>799</c:v>
                </c:pt>
                <c:pt idx="144">
                  <c:v>799</c:v>
                </c:pt>
                <c:pt idx="145">
                  <c:v>799</c:v>
                </c:pt>
                <c:pt idx="146">
                  <c:v>799</c:v>
                </c:pt>
                <c:pt idx="147">
                  <c:v>799</c:v>
                </c:pt>
                <c:pt idx="148">
                  <c:v>799</c:v>
                </c:pt>
                <c:pt idx="149">
                  <c:v>799</c:v>
                </c:pt>
                <c:pt idx="150">
                  <c:v>799</c:v>
                </c:pt>
                <c:pt idx="151">
                  <c:v>799</c:v>
                </c:pt>
                <c:pt idx="152">
                  <c:v>799</c:v>
                </c:pt>
                <c:pt idx="153">
                  <c:v>799</c:v>
                </c:pt>
                <c:pt idx="154">
                  <c:v>799</c:v>
                </c:pt>
                <c:pt idx="155">
                  <c:v>799</c:v>
                </c:pt>
                <c:pt idx="156">
                  <c:v>799</c:v>
                </c:pt>
                <c:pt idx="157">
                  <c:v>799</c:v>
                </c:pt>
                <c:pt idx="158">
                  <c:v>799</c:v>
                </c:pt>
                <c:pt idx="159">
                  <c:v>799</c:v>
                </c:pt>
                <c:pt idx="160">
                  <c:v>799</c:v>
                </c:pt>
                <c:pt idx="161">
                  <c:v>799</c:v>
                </c:pt>
                <c:pt idx="162">
                  <c:v>799</c:v>
                </c:pt>
                <c:pt idx="163">
                  <c:v>784</c:v>
                </c:pt>
                <c:pt idx="164">
                  <c:v>778</c:v>
                </c:pt>
                <c:pt idx="165">
                  <c:v>778</c:v>
                </c:pt>
                <c:pt idx="166">
                  <c:v>778</c:v>
                </c:pt>
                <c:pt idx="167">
                  <c:v>778</c:v>
                </c:pt>
                <c:pt idx="168">
                  <c:v>778</c:v>
                </c:pt>
                <c:pt idx="169">
                  <c:v>778</c:v>
                </c:pt>
                <c:pt idx="170">
                  <c:v>778</c:v>
                </c:pt>
                <c:pt idx="171">
                  <c:v>778</c:v>
                </c:pt>
                <c:pt idx="172">
                  <c:v>778</c:v>
                </c:pt>
                <c:pt idx="173">
                  <c:v>778</c:v>
                </c:pt>
                <c:pt idx="174">
                  <c:v>778</c:v>
                </c:pt>
                <c:pt idx="175">
                  <c:v>778</c:v>
                </c:pt>
                <c:pt idx="176">
                  <c:v>778</c:v>
                </c:pt>
                <c:pt idx="177">
                  <c:v>778</c:v>
                </c:pt>
                <c:pt idx="178">
                  <c:v>778</c:v>
                </c:pt>
                <c:pt idx="179">
                  <c:v>778</c:v>
                </c:pt>
                <c:pt idx="180">
                  <c:v>778</c:v>
                </c:pt>
                <c:pt idx="181">
                  <c:v>778</c:v>
                </c:pt>
                <c:pt idx="182">
                  <c:v>778</c:v>
                </c:pt>
                <c:pt idx="183">
                  <c:v>778</c:v>
                </c:pt>
                <c:pt idx="184">
                  <c:v>778</c:v>
                </c:pt>
                <c:pt idx="185">
                  <c:v>778</c:v>
                </c:pt>
                <c:pt idx="186">
                  <c:v>778</c:v>
                </c:pt>
                <c:pt idx="187">
                  <c:v>778</c:v>
                </c:pt>
                <c:pt idx="188">
                  <c:v>778</c:v>
                </c:pt>
                <c:pt idx="189">
                  <c:v>778</c:v>
                </c:pt>
                <c:pt idx="190">
                  <c:v>778</c:v>
                </c:pt>
                <c:pt idx="191">
                  <c:v>778</c:v>
                </c:pt>
                <c:pt idx="192">
                  <c:v>778</c:v>
                </c:pt>
                <c:pt idx="193">
                  <c:v>778</c:v>
                </c:pt>
                <c:pt idx="194">
                  <c:v>757</c:v>
                </c:pt>
                <c:pt idx="195">
                  <c:v>757</c:v>
                </c:pt>
                <c:pt idx="196">
                  <c:v>757</c:v>
                </c:pt>
                <c:pt idx="197">
                  <c:v>757</c:v>
                </c:pt>
                <c:pt idx="198">
                  <c:v>757</c:v>
                </c:pt>
                <c:pt idx="199">
                  <c:v>757</c:v>
                </c:pt>
                <c:pt idx="200">
                  <c:v>757</c:v>
                </c:pt>
                <c:pt idx="201">
                  <c:v>757</c:v>
                </c:pt>
                <c:pt idx="202">
                  <c:v>757</c:v>
                </c:pt>
                <c:pt idx="203">
                  <c:v>757</c:v>
                </c:pt>
                <c:pt idx="204">
                  <c:v>757</c:v>
                </c:pt>
                <c:pt idx="205">
                  <c:v>757</c:v>
                </c:pt>
                <c:pt idx="206">
                  <c:v>757</c:v>
                </c:pt>
                <c:pt idx="207">
                  <c:v>757</c:v>
                </c:pt>
                <c:pt idx="208">
                  <c:v>757</c:v>
                </c:pt>
                <c:pt idx="209">
                  <c:v>757</c:v>
                </c:pt>
                <c:pt idx="210">
                  <c:v>757</c:v>
                </c:pt>
                <c:pt idx="211">
                  <c:v>757</c:v>
                </c:pt>
                <c:pt idx="212">
                  <c:v>757</c:v>
                </c:pt>
                <c:pt idx="213">
                  <c:v>758</c:v>
                </c:pt>
                <c:pt idx="214">
                  <c:v>758</c:v>
                </c:pt>
                <c:pt idx="215">
                  <c:v>757</c:v>
                </c:pt>
                <c:pt idx="216">
                  <c:v>757</c:v>
                </c:pt>
                <c:pt idx="217">
                  <c:v>757</c:v>
                </c:pt>
                <c:pt idx="218">
                  <c:v>757</c:v>
                </c:pt>
                <c:pt idx="219">
                  <c:v>757</c:v>
                </c:pt>
                <c:pt idx="220">
                  <c:v>757</c:v>
                </c:pt>
                <c:pt idx="221">
                  <c:v>757</c:v>
                </c:pt>
                <c:pt idx="222">
                  <c:v>757</c:v>
                </c:pt>
                <c:pt idx="223">
                  <c:v>757</c:v>
                </c:pt>
                <c:pt idx="224">
                  <c:v>757</c:v>
                </c:pt>
                <c:pt idx="225">
                  <c:v>757</c:v>
                </c:pt>
                <c:pt idx="226">
                  <c:v>738</c:v>
                </c:pt>
                <c:pt idx="227">
                  <c:v>739</c:v>
                </c:pt>
                <c:pt idx="228">
                  <c:v>738</c:v>
                </c:pt>
                <c:pt idx="229">
                  <c:v>739</c:v>
                </c:pt>
                <c:pt idx="230">
                  <c:v>739</c:v>
                </c:pt>
                <c:pt idx="231">
                  <c:v>738</c:v>
                </c:pt>
                <c:pt idx="232">
                  <c:v>739</c:v>
                </c:pt>
                <c:pt idx="233">
                  <c:v>738</c:v>
                </c:pt>
                <c:pt idx="234">
                  <c:v>739</c:v>
                </c:pt>
                <c:pt idx="235">
                  <c:v>739</c:v>
                </c:pt>
                <c:pt idx="236">
                  <c:v>739</c:v>
                </c:pt>
                <c:pt idx="237">
                  <c:v>739</c:v>
                </c:pt>
                <c:pt idx="238">
                  <c:v>739</c:v>
                </c:pt>
                <c:pt idx="239">
                  <c:v>738</c:v>
                </c:pt>
                <c:pt idx="240">
                  <c:v>739</c:v>
                </c:pt>
                <c:pt idx="241">
                  <c:v>739</c:v>
                </c:pt>
                <c:pt idx="242">
                  <c:v>739</c:v>
                </c:pt>
                <c:pt idx="243">
                  <c:v>739</c:v>
                </c:pt>
                <c:pt idx="244">
                  <c:v>739</c:v>
                </c:pt>
                <c:pt idx="245">
                  <c:v>739</c:v>
                </c:pt>
                <c:pt idx="246">
                  <c:v>739</c:v>
                </c:pt>
                <c:pt idx="247">
                  <c:v>739</c:v>
                </c:pt>
                <c:pt idx="248">
                  <c:v>739</c:v>
                </c:pt>
                <c:pt idx="249">
                  <c:v>739</c:v>
                </c:pt>
                <c:pt idx="250">
                  <c:v>739</c:v>
                </c:pt>
                <c:pt idx="251">
                  <c:v>739</c:v>
                </c:pt>
                <c:pt idx="252">
                  <c:v>739</c:v>
                </c:pt>
                <c:pt idx="253">
                  <c:v>738</c:v>
                </c:pt>
                <c:pt idx="254">
                  <c:v>739</c:v>
                </c:pt>
                <c:pt idx="255">
                  <c:v>739</c:v>
                </c:pt>
                <c:pt idx="256">
                  <c:v>718</c:v>
                </c:pt>
                <c:pt idx="257">
                  <c:v>718</c:v>
                </c:pt>
                <c:pt idx="258">
                  <c:v>718</c:v>
                </c:pt>
                <c:pt idx="259">
                  <c:v>718</c:v>
                </c:pt>
                <c:pt idx="260">
                  <c:v>718</c:v>
                </c:pt>
                <c:pt idx="261">
                  <c:v>718</c:v>
                </c:pt>
                <c:pt idx="262">
                  <c:v>718</c:v>
                </c:pt>
                <c:pt idx="263">
                  <c:v>718</c:v>
                </c:pt>
                <c:pt idx="264">
                  <c:v>718</c:v>
                </c:pt>
                <c:pt idx="265">
                  <c:v>718</c:v>
                </c:pt>
                <c:pt idx="266">
                  <c:v>718</c:v>
                </c:pt>
                <c:pt idx="267">
                  <c:v>718</c:v>
                </c:pt>
                <c:pt idx="268">
                  <c:v>718</c:v>
                </c:pt>
                <c:pt idx="269">
                  <c:v>718</c:v>
                </c:pt>
                <c:pt idx="270">
                  <c:v>718</c:v>
                </c:pt>
                <c:pt idx="271">
                  <c:v>719</c:v>
                </c:pt>
                <c:pt idx="272">
                  <c:v>718</c:v>
                </c:pt>
                <c:pt idx="273">
                  <c:v>718</c:v>
                </c:pt>
                <c:pt idx="274">
                  <c:v>718</c:v>
                </c:pt>
                <c:pt idx="275">
                  <c:v>718</c:v>
                </c:pt>
                <c:pt idx="276">
                  <c:v>718</c:v>
                </c:pt>
                <c:pt idx="277">
                  <c:v>718</c:v>
                </c:pt>
                <c:pt idx="278">
                  <c:v>718</c:v>
                </c:pt>
                <c:pt idx="279">
                  <c:v>718</c:v>
                </c:pt>
                <c:pt idx="280">
                  <c:v>718</c:v>
                </c:pt>
                <c:pt idx="281">
                  <c:v>718</c:v>
                </c:pt>
                <c:pt idx="282">
                  <c:v>718</c:v>
                </c:pt>
                <c:pt idx="283">
                  <c:v>718</c:v>
                </c:pt>
                <c:pt idx="284">
                  <c:v>719</c:v>
                </c:pt>
                <c:pt idx="285">
                  <c:v>718</c:v>
                </c:pt>
                <c:pt idx="286">
                  <c:v>712</c:v>
                </c:pt>
                <c:pt idx="287">
                  <c:v>698</c:v>
                </c:pt>
                <c:pt idx="288">
                  <c:v>699</c:v>
                </c:pt>
                <c:pt idx="289">
                  <c:v>699</c:v>
                </c:pt>
                <c:pt idx="290">
                  <c:v>700</c:v>
                </c:pt>
                <c:pt idx="291">
                  <c:v>700</c:v>
                </c:pt>
                <c:pt idx="292">
                  <c:v>700</c:v>
                </c:pt>
                <c:pt idx="293">
                  <c:v>700</c:v>
                </c:pt>
                <c:pt idx="294">
                  <c:v>700</c:v>
                </c:pt>
                <c:pt idx="295">
                  <c:v>700</c:v>
                </c:pt>
                <c:pt idx="296">
                  <c:v>700</c:v>
                </c:pt>
                <c:pt idx="297">
                  <c:v>700</c:v>
                </c:pt>
                <c:pt idx="298">
                  <c:v>700</c:v>
                </c:pt>
                <c:pt idx="299">
                  <c:v>700</c:v>
                </c:pt>
                <c:pt idx="300">
                  <c:v>700</c:v>
                </c:pt>
                <c:pt idx="301">
                  <c:v>700</c:v>
                </c:pt>
                <c:pt idx="302">
                  <c:v>700</c:v>
                </c:pt>
                <c:pt idx="303">
                  <c:v>700</c:v>
                </c:pt>
                <c:pt idx="304">
                  <c:v>700</c:v>
                </c:pt>
                <c:pt idx="305">
                  <c:v>700</c:v>
                </c:pt>
                <c:pt idx="306">
                  <c:v>700</c:v>
                </c:pt>
                <c:pt idx="307">
                  <c:v>700</c:v>
                </c:pt>
                <c:pt idx="308">
                  <c:v>700</c:v>
                </c:pt>
                <c:pt idx="309">
                  <c:v>700</c:v>
                </c:pt>
                <c:pt idx="310">
                  <c:v>700</c:v>
                </c:pt>
                <c:pt idx="311">
                  <c:v>700</c:v>
                </c:pt>
                <c:pt idx="312">
                  <c:v>700</c:v>
                </c:pt>
                <c:pt idx="313">
                  <c:v>700</c:v>
                </c:pt>
                <c:pt idx="314">
                  <c:v>700</c:v>
                </c:pt>
                <c:pt idx="315">
                  <c:v>700</c:v>
                </c:pt>
                <c:pt idx="316">
                  <c:v>697</c:v>
                </c:pt>
                <c:pt idx="317">
                  <c:v>679</c:v>
                </c:pt>
                <c:pt idx="318">
                  <c:v>679</c:v>
                </c:pt>
                <c:pt idx="319">
                  <c:v>679</c:v>
                </c:pt>
                <c:pt idx="320">
                  <c:v>679</c:v>
                </c:pt>
                <c:pt idx="321">
                  <c:v>679</c:v>
                </c:pt>
                <c:pt idx="322">
                  <c:v>679</c:v>
                </c:pt>
                <c:pt idx="323">
                  <c:v>679</c:v>
                </c:pt>
                <c:pt idx="324">
                  <c:v>679</c:v>
                </c:pt>
                <c:pt idx="325">
                  <c:v>679</c:v>
                </c:pt>
                <c:pt idx="326">
                  <c:v>679</c:v>
                </c:pt>
                <c:pt idx="327">
                  <c:v>679</c:v>
                </c:pt>
                <c:pt idx="328">
                  <c:v>679</c:v>
                </c:pt>
                <c:pt idx="329">
                  <c:v>679</c:v>
                </c:pt>
                <c:pt idx="330">
                  <c:v>679</c:v>
                </c:pt>
                <c:pt idx="331">
                  <c:v>679</c:v>
                </c:pt>
                <c:pt idx="332">
                  <c:v>679</c:v>
                </c:pt>
                <c:pt idx="333">
                  <c:v>679</c:v>
                </c:pt>
                <c:pt idx="334">
                  <c:v>679</c:v>
                </c:pt>
                <c:pt idx="335">
                  <c:v>679</c:v>
                </c:pt>
                <c:pt idx="336">
                  <c:v>679</c:v>
                </c:pt>
                <c:pt idx="337">
                  <c:v>679</c:v>
                </c:pt>
                <c:pt idx="338">
                  <c:v>679</c:v>
                </c:pt>
                <c:pt idx="339">
                  <c:v>679</c:v>
                </c:pt>
                <c:pt idx="340">
                  <c:v>679</c:v>
                </c:pt>
                <c:pt idx="341">
                  <c:v>679</c:v>
                </c:pt>
                <c:pt idx="342">
                  <c:v>679</c:v>
                </c:pt>
                <c:pt idx="343">
                  <c:v>679</c:v>
                </c:pt>
                <c:pt idx="344">
                  <c:v>679</c:v>
                </c:pt>
                <c:pt idx="345">
                  <c:v>679</c:v>
                </c:pt>
                <c:pt idx="346">
                  <c:v>679</c:v>
                </c:pt>
                <c:pt idx="347">
                  <c:v>679</c:v>
                </c:pt>
                <c:pt idx="348">
                  <c:v>658</c:v>
                </c:pt>
                <c:pt idx="349">
                  <c:v>659</c:v>
                </c:pt>
                <c:pt idx="350">
                  <c:v>658</c:v>
                </c:pt>
                <c:pt idx="351">
                  <c:v>658</c:v>
                </c:pt>
                <c:pt idx="352">
                  <c:v>659</c:v>
                </c:pt>
                <c:pt idx="353">
                  <c:v>659</c:v>
                </c:pt>
                <c:pt idx="354">
                  <c:v>660</c:v>
                </c:pt>
                <c:pt idx="355">
                  <c:v>660</c:v>
                </c:pt>
                <c:pt idx="356">
                  <c:v>660</c:v>
                </c:pt>
                <c:pt idx="357">
                  <c:v>660</c:v>
                </c:pt>
                <c:pt idx="358">
                  <c:v>659</c:v>
                </c:pt>
                <c:pt idx="359">
                  <c:v>659</c:v>
                </c:pt>
                <c:pt idx="360">
                  <c:v>658</c:v>
                </c:pt>
                <c:pt idx="361">
                  <c:v>660</c:v>
                </c:pt>
                <c:pt idx="362">
                  <c:v>660</c:v>
                </c:pt>
                <c:pt idx="363">
                  <c:v>659</c:v>
                </c:pt>
                <c:pt idx="364">
                  <c:v>660</c:v>
                </c:pt>
                <c:pt idx="365">
                  <c:v>659</c:v>
                </c:pt>
                <c:pt idx="366">
                  <c:v>659</c:v>
                </c:pt>
                <c:pt idx="367">
                  <c:v>659</c:v>
                </c:pt>
                <c:pt idx="368">
                  <c:v>659</c:v>
                </c:pt>
                <c:pt idx="369">
                  <c:v>658</c:v>
                </c:pt>
                <c:pt idx="370">
                  <c:v>659</c:v>
                </c:pt>
                <c:pt idx="371">
                  <c:v>658</c:v>
                </c:pt>
                <c:pt idx="372">
                  <c:v>658</c:v>
                </c:pt>
                <c:pt idx="373">
                  <c:v>659</c:v>
                </c:pt>
                <c:pt idx="374">
                  <c:v>658</c:v>
                </c:pt>
                <c:pt idx="375">
                  <c:v>659</c:v>
                </c:pt>
                <c:pt idx="376">
                  <c:v>657</c:v>
                </c:pt>
                <c:pt idx="377">
                  <c:v>638</c:v>
                </c:pt>
                <c:pt idx="378">
                  <c:v>640</c:v>
                </c:pt>
                <c:pt idx="379">
                  <c:v>640</c:v>
                </c:pt>
                <c:pt idx="380">
                  <c:v>640</c:v>
                </c:pt>
                <c:pt idx="381">
                  <c:v>640</c:v>
                </c:pt>
                <c:pt idx="382">
                  <c:v>640</c:v>
                </c:pt>
                <c:pt idx="383">
                  <c:v>640</c:v>
                </c:pt>
                <c:pt idx="384">
                  <c:v>640</c:v>
                </c:pt>
                <c:pt idx="385">
                  <c:v>640</c:v>
                </c:pt>
                <c:pt idx="386">
                  <c:v>640</c:v>
                </c:pt>
                <c:pt idx="387">
                  <c:v>640</c:v>
                </c:pt>
                <c:pt idx="388">
                  <c:v>640</c:v>
                </c:pt>
                <c:pt idx="389">
                  <c:v>640</c:v>
                </c:pt>
                <c:pt idx="390">
                  <c:v>640</c:v>
                </c:pt>
                <c:pt idx="391">
                  <c:v>640</c:v>
                </c:pt>
                <c:pt idx="392">
                  <c:v>639</c:v>
                </c:pt>
                <c:pt idx="393">
                  <c:v>640</c:v>
                </c:pt>
                <c:pt idx="394">
                  <c:v>640</c:v>
                </c:pt>
                <c:pt idx="395">
                  <c:v>640</c:v>
                </c:pt>
                <c:pt idx="396">
                  <c:v>640</c:v>
                </c:pt>
                <c:pt idx="397">
                  <c:v>639</c:v>
                </c:pt>
                <c:pt idx="398">
                  <c:v>640</c:v>
                </c:pt>
                <c:pt idx="399">
                  <c:v>640</c:v>
                </c:pt>
                <c:pt idx="400">
                  <c:v>640</c:v>
                </c:pt>
                <c:pt idx="401">
                  <c:v>640</c:v>
                </c:pt>
                <c:pt idx="402">
                  <c:v>639</c:v>
                </c:pt>
                <c:pt idx="403">
                  <c:v>640</c:v>
                </c:pt>
                <c:pt idx="404">
                  <c:v>638</c:v>
                </c:pt>
                <c:pt idx="405">
                  <c:v>640</c:v>
                </c:pt>
                <c:pt idx="406">
                  <c:v>637</c:v>
                </c:pt>
                <c:pt idx="407">
                  <c:v>637</c:v>
                </c:pt>
                <c:pt idx="408">
                  <c:v>616</c:v>
                </c:pt>
                <c:pt idx="409">
                  <c:v>617</c:v>
                </c:pt>
                <c:pt idx="410">
                  <c:v>619</c:v>
                </c:pt>
                <c:pt idx="411">
                  <c:v>619</c:v>
                </c:pt>
                <c:pt idx="412">
                  <c:v>618</c:v>
                </c:pt>
                <c:pt idx="413">
                  <c:v>617</c:v>
                </c:pt>
                <c:pt idx="414">
                  <c:v>617</c:v>
                </c:pt>
                <c:pt idx="415">
                  <c:v>617</c:v>
                </c:pt>
                <c:pt idx="416">
                  <c:v>619</c:v>
                </c:pt>
                <c:pt idx="417">
                  <c:v>618</c:v>
                </c:pt>
                <c:pt idx="418">
                  <c:v>616</c:v>
                </c:pt>
                <c:pt idx="419">
                  <c:v>618</c:v>
                </c:pt>
                <c:pt idx="420">
                  <c:v>618</c:v>
                </c:pt>
                <c:pt idx="421">
                  <c:v>617</c:v>
                </c:pt>
                <c:pt idx="422">
                  <c:v>617</c:v>
                </c:pt>
                <c:pt idx="423">
                  <c:v>618</c:v>
                </c:pt>
                <c:pt idx="424">
                  <c:v>616</c:v>
                </c:pt>
                <c:pt idx="425">
                  <c:v>617</c:v>
                </c:pt>
                <c:pt idx="426">
                  <c:v>616</c:v>
                </c:pt>
                <c:pt idx="427">
                  <c:v>616</c:v>
                </c:pt>
                <c:pt idx="428">
                  <c:v>616</c:v>
                </c:pt>
                <c:pt idx="429">
                  <c:v>616</c:v>
                </c:pt>
                <c:pt idx="430">
                  <c:v>616</c:v>
                </c:pt>
                <c:pt idx="431">
                  <c:v>616</c:v>
                </c:pt>
                <c:pt idx="432">
                  <c:v>616</c:v>
                </c:pt>
                <c:pt idx="433">
                  <c:v>617</c:v>
                </c:pt>
                <c:pt idx="434">
                  <c:v>616</c:v>
                </c:pt>
                <c:pt idx="435">
                  <c:v>617</c:v>
                </c:pt>
                <c:pt idx="436">
                  <c:v>616</c:v>
                </c:pt>
                <c:pt idx="437">
                  <c:v>615</c:v>
                </c:pt>
                <c:pt idx="438">
                  <c:v>616</c:v>
                </c:pt>
                <c:pt idx="439">
                  <c:v>616</c:v>
                </c:pt>
                <c:pt idx="440">
                  <c:v>595</c:v>
                </c:pt>
                <c:pt idx="441">
                  <c:v>595</c:v>
                </c:pt>
                <c:pt idx="442">
                  <c:v>595</c:v>
                </c:pt>
                <c:pt idx="443">
                  <c:v>595</c:v>
                </c:pt>
                <c:pt idx="444">
                  <c:v>595</c:v>
                </c:pt>
                <c:pt idx="445">
                  <c:v>595</c:v>
                </c:pt>
                <c:pt idx="446">
                  <c:v>596</c:v>
                </c:pt>
                <c:pt idx="447">
                  <c:v>596</c:v>
                </c:pt>
                <c:pt idx="448">
                  <c:v>596</c:v>
                </c:pt>
                <c:pt idx="449">
                  <c:v>595</c:v>
                </c:pt>
                <c:pt idx="450">
                  <c:v>595</c:v>
                </c:pt>
                <c:pt idx="451">
                  <c:v>595</c:v>
                </c:pt>
                <c:pt idx="452">
                  <c:v>595</c:v>
                </c:pt>
                <c:pt idx="453">
                  <c:v>595</c:v>
                </c:pt>
                <c:pt idx="454">
                  <c:v>595</c:v>
                </c:pt>
                <c:pt idx="455">
                  <c:v>595</c:v>
                </c:pt>
                <c:pt idx="456">
                  <c:v>595</c:v>
                </c:pt>
                <c:pt idx="457">
                  <c:v>595</c:v>
                </c:pt>
                <c:pt idx="458">
                  <c:v>595</c:v>
                </c:pt>
                <c:pt idx="459">
                  <c:v>595</c:v>
                </c:pt>
                <c:pt idx="460">
                  <c:v>595</c:v>
                </c:pt>
                <c:pt idx="461">
                  <c:v>595</c:v>
                </c:pt>
                <c:pt idx="462">
                  <c:v>595</c:v>
                </c:pt>
                <c:pt idx="463">
                  <c:v>595</c:v>
                </c:pt>
                <c:pt idx="464">
                  <c:v>595</c:v>
                </c:pt>
                <c:pt idx="465">
                  <c:v>595</c:v>
                </c:pt>
                <c:pt idx="466">
                  <c:v>595</c:v>
                </c:pt>
                <c:pt idx="467">
                  <c:v>593</c:v>
                </c:pt>
                <c:pt idx="468">
                  <c:v>571</c:v>
                </c:pt>
                <c:pt idx="469">
                  <c:v>573</c:v>
                </c:pt>
                <c:pt idx="470">
                  <c:v>574</c:v>
                </c:pt>
                <c:pt idx="471">
                  <c:v>574</c:v>
                </c:pt>
                <c:pt idx="472">
                  <c:v>574</c:v>
                </c:pt>
                <c:pt idx="473">
                  <c:v>574</c:v>
                </c:pt>
                <c:pt idx="474">
                  <c:v>574</c:v>
                </c:pt>
                <c:pt idx="475">
                  <c:v>574</c:v>
                </c:pt>
                <c:pt idx="476">
                  <c:v>573</c:v>
                </c:pt>
                <c:pt idx="477">
                  <c:v>574</c:v>
                </c:pt>
                <c:pt idx="478">
                  <c:v>574</c:v>
                </c:pt>
                <c:pt idx="479">
                  <c:v>574</c:v>
                </c:pt>
                <c:pt idx="480">
                  <c:v>574</c:v>
                </c:pt>
                <c:pt idx="481">
                  <c:v>574</c:v>
                </c:pt>
                <c:pt idx="482">
                  <c:v>574</c:v>
                </c:pt>
                <c:pt idx="483">
                  <c:v>574</c:v>
                </c:pt>
                <c:pt idx="484">
                  <c:v>573</c:v>
                </c:pt>
                <c:pt idx="485">
                  <c:v>574</c:v>
                </c:pt>
                <c:pt idx="486">
                  <c:v>574</c:v>
                </c:pt>
                <c:pt idx="487">
                  <c:v>573</c:v>
                </c:pt>
                <c:pt idx="488">
                  <c:v>572</c:v>
                </c:pt>
                <c:pt idx="489">
                  <c:v>571</c:v>
                </c:pt>
                <c:pt idx="490">
                  <c:v>571</c:v>
                </c:pt>
                <c:pt idx="491">
                  <c:v>574</c:v>
                </c:pt>
                <c:pt idx="492">
                  <c:v>571</c:v>
                </c:pt>
                <c:pt idx="493">
                  <c:v>571</c:v>
                </c:pt>
                <c:pt idx="494">
                  <c:v>571</c:v>
                </c:pt>
                <c:pt idx="495">
                  <c:v>571</c:v>
                </c:pt>
                <c:pt idx="496">
                  <c:v>571</c:v>
                </c:pt>
                <c:pt idx="497">
                  <c:v>571</c:v>
                </c:pt>
                <c:pt idx="498">
                  <c:v>571</c:v>
                </c:pt>
                <c:pt idx="499">
                  <c:v>550</c:v>
                </c:pt>
                <c:pt idx="500">
                  <c:v>550</c:v>
                </c:pt>
                <c:pt idx="501">
                  <c:v>550</c:v>
                </c:pt>
                <c:pt idx="502">
                  <c:v>551</c:v>
                </c:pt>
                <c:pt idx="503">
                  <c:v>553</c:v>
                </c:pt>
                <c:pt idx="504">
                  <c:v>552</c:v>
                </c:pt>
                <c:pt idx="505">
                  <c:v>553</c:v>
                </c:pt>
                <c:pt idx="506">
                  <c:v>553</c:v>
                </c:pt>
                <c:pt idx="507">
                  <c:v>551</c:v>
                </c:pt>
                <c:pt idx="508">
                  <c:v>552</c:v>
                </c:pt>
                <c:pt idx="509">
                  <c:v>553</c:v>
                </c:pt>
                <c:pt idx="510">
                  <c:v>553</c:v>
                </c:pt>
                <c:pt idx="511">
                  <c:v>552</c:v>
                </c:pt>
                <c:pt idx="512">
                  <c:v>550</c:v>
                </c:pt>
                <c:pt idx="513">
                  <c:v>551</c:v>
                </c:pt>
                <c:pt idx="514">
                  <c:v>551</c:v>
                </c:pt>
                <c:pt idx="515">
                  <c:v>550</c:v>
                </c:pt>
                <c:pt idx="516">
                  <c:v>552</c:v>
                </c:pt>
                <c:pt idx="517">
                  <c:v>551</c:v>
                </c:pt>
                <c:pt idx="518">
                  <c:v>550</c:v>
                </c:pt>
                <c:pt idx="519">
                  <c:v>550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B06E-48A9-BD24-8F2C837CF42F}"/>
            </c:ext>
          </c:extLst>
        </c:ser>
        <c:ser>
          <c:idx val="14"/>
          <c:order val="14"/>
          <c:tx>
            <c:strRef>
              <c:f>Sheet1!$AA$1</c:f>
              <c:strCache>
                <c:ptCount val="1"/>
                <c:pt idx="0">
                  <c:v>cell15</c:v>
                </c:pt>
              </c:strCache>
            </c:strRef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Sheet1!$AA$2:$AA$521</c:f>
              <c:numCache>
                <c:formatCode>General</c:formatCode>
                <c:ptCount val="520"/>
                <c:pt idx="0">
                  <c:v>960</c:v>
                </c:pt>
                <c:pt idx="1">
                  <c:v>959</c:v>
                </c:pt>
                <c:pt idx="2">
                  <c:v>958</c:v>
                </c:pt>
                <c:pt idx="3">
                  <c:v>958</c:v>
                </c:pt>
                <c:pt idx="4">
                  <c:v>958</c:v>
                </c:pt>
                <c:pt idx="5">
                  <c:v>958</c:v>
                </c:pt>
                <c:pt idx="6">
                  <c:v>958</c:v>
                </c:pt>
                <c:pt idx="7">
                  <c:v>957</c:v>
                </c:pt>
                <c:pt idx="8">
                  <c:v>956</c:v>
                </c:pt>
                <c:pt idx="9">
                  <c:v>956</c:v>
                </c:pt>
                <c:pt idx="10">
                  <c:v>887</c:v>
                </c:pt>
                <c:pt idx="11">
                  <c:v>886</c:v>
                </c:pt>
                <c:pt idx="12">
                  <c:v>886</c:v>
                </c:pt>
                <c:pt idx="13">
                  <c:v>886</c:v>
                </c:pt>
                <c:pt idx="14">
                  <c:v>886</c:v>
                </c:pt>
                <c:pt idx="15">
                  <c:v>886</c:v>
                </c:pt>
                <c:pt idx="16">
                  <c:v>886</c:v>
                </c:pt>
                <c:pt idx="17">
                  <c:v>886</c:v>
                </c:pt>
                <c:pt idx="18">
                  <c:v>886</c:v>
                </c:pt>
                <c:pt idx="19">
                  <c:v>886</c:v>
                </c:pt>
                <c:pt idx="20">
                  <c:v>886</c:v>
                </c:pt>
                <c:pt idx="21">
                  <c:v>886</c:v>
                </c:pt>
                <c:pt idx="22">
                  <c:v>886</c:v>
                </c:pt>
                <c:pt idx="23">
                  <c:v>886</c:v>
                </c:pt>
                <c:pt idx="24">
                  <c:v>886</c:v>
                </c:pt>
                <c:pt idx="25">
                  <c:v>886</c:v>
                </c:pt>
                <c:pt idx="26">
                  <c:v>886</c:v>
                </c:pt>
                <c:pt idx="27">
                  <c:v>886</c:v>
                </c:pt>
                <c:pt idx="28">
                  <c:v>886</c:v>
                </c:pt>
                <c:pt idx="29">
                  <c:v>886</c:v>
                </c:pt>
                <c:pt idx="30">
                  <c:v>886</c:v>
                </c:pt>
                <c:pt idx="31">
                  <c:v>886</c:v>
                </c:pt>
                <c:pt idx="32">
                  <c:v>886</c:v>
                </c:pt>
                <c:pt idx="33">
                  <c:v>886</c:v>
                </c:pt>
                <c:pt idx="34">
                  <c:v>886</c:v>
                </c:pt>
                <c:pt idx="35">
                  <c:v>886</c:v>
                </c:pt>
                <c:pt idx="36">
                  <c:v>886</c:v>
                </c:pt>
                <c:pt idx="37">
                  <c:v>886</c:v>
                </c:pt>
                <c:pt idx="38">
                  <c:v>886</c:v>
                </c:pt>
                <c:pt idx="39">
                  <c:v>886</c:v>
                </c:pt>
                <c:pt idx="40">
                  <c:v>886</c:v>
                </c:pt>
                <c:pt idx="41">
                  <c:v>865</c:v>
                </c:pt>
                <c:pt idx="42">
                  <c:v>864</c:v>
                </c:pt>
                <c:pt idx="43">
                  <c:v>864</c:v>
                </c:pt>
                <c:pt idx="44">
                  <c:v>864</c:v>
                </c:pt>
                <c:pt idx="45">
                  <c:v>865</c:v>
                </c:pt>
                <c:pt idx="46">
                  <c:v>865</c:v>
                </c:pt>
                <c:pt idx="47">
                  <c:v>865</c:v>
                </c:pt>
                <c:pt idx="48">
                  <c:v>864</c:v>
                </c:pt>
                <c:pt idx="49">
                  <c:v>864</c:v>
                </c:pt>
                <c:pt idx="50">
                  <c:v>865</c:v>
                </c:pt>
                <c:pt idx="51">
                  <c:v>864</c:v>
                </c:pt>
                <c:pt idx="52">
                  <c:v>865</c:v>
                </c:pt>
                <c:pt idx="53">
                  <c:v>865</c:v>
                </c:pt>
                <c:pt idx="54">
                  <c:v>865</c:v>
                </c:pt>
                <c:pt idx="55">
                  <c:v>864</c:v>
                </c:pt>
                <c:pt idx="56">
                  <c:v>865</c:v>
                </c:pt>
                <c:pt idx="57">
                  <c:v>865</c:v>
                </c:pt>
                <c:pt idx="58">
                  <c:v>863</c:v>
                </c:pt>
                <c:pt idx="59">
                  <c:v>865</c:v>
                </c:pt>
                <c:pt idx="60">
                  <c:v>864</c:v>
                </c:pt>
                <c:pt idx="61">
                  <c:v>865</c:v>
                </c:pt>
                <c:pt idx="62">
                  <c:v>865</c:v>
                </c:pt>
                <c:pt idx="63">
                  <c:v>865</c:v>
                </c:pt>
                <c:pt idx="64">
                  <c:v>865</c:v>
                </c:pt>
                <c:pt idx="65">
                  <c:v>865</c:v>
                </c:pt>
                <c:pt idx="66">
                  <c:v>864</c:v>
                </c:pt>
                <c:pt idx="67">
                  <c:v>865</c:v>
                </c:pt>
                <c:pt idx="68">
                  <c:v>865</c:v>
                </c:pt>
                <c:pt idx="69">
                  <c:v>864</c:v>
                </c:pt>
                <c:pt idx="70">
                  <c:v>864</c:v>
                </c:pt>
                <c:pt idx="71">
                  <c:v>864</c:v>
                </c:pt>
                <c:pt idx="72">
                  <c:v>844</c:v>
                </c:pt>
                <c:pt idx="73">
                  <c:v>843</c:v>
                </c:pt>
                <c:pt idx="74">
                  <c:v>844</c:v>
                </c:pt>
                <c:pt idx="75">
                  <c:v>843</c:v>
                </c:pt>
                <c:pt idx="76">
                  <c:v>843</c:v>
                </c:pt>
                <c:pt idx="77">
                  <c:v>844</c:v>
                </c:pt>
                <c:pt idx="78">
                  <c:v>843</c:v>
                </c:pt>
                <c:pt idx="79">
                  <c:v>844</c:v>
                </c:pt>
                <c:pt idx="80">
                  <c:v>844</c:v>
                </c:pt>
                <c:pt idx="81">
                  <c:v>844</c:v>
                </c:pt>
                <c:pt idx="82">
                  <c:v>844</c:v>
                </c:pt>
                <c:pt idx="83">
                  <c:v>843</c:v>
                </c:pt>
                <c:pt idx="84">
                  <c:v>844</c:v>
                </c:pt>
                <c:pt idx="85">
                  <c:v>844</c:v>
                </c:pt>
                <c:pt idx="86">
                  <c:v>843</c:v>
                </c:pt>
                <c:pt idx="87">
                  <c:v>844</c:v>
                </c:pt>
                <c:pt idx="88">
                  <c:v>844</c:v>
                </c:pt>
                <c:pt idx="89">
                  <c:v>844</c:v>
                </c:pt>
                <c:pt idx="90">
                  <c:v>844</c:v>
                </c:pt>
                <c:pt idx="91">
                  <c:v>844</c:v>
                </c:pt>
                <c:pt idx="92">
                  <c:v>844</c:v>
                </c:pt>
                <c:pt idx="93">
                  <c:v>843</c:v>
                </c:pt>
                <c:pt idx="94">
                  <c:v>844</c:v>
                </c:pt>
                <c:pt idx="95">
                  <c:v>844</c:v>
                </c:pt>
                <c:pt idx="96">
                  <c:v>843</c:v>
                </c:pt>
                <c:pt idx="97">
                  <c:v>843</c:v>
                </c:pt>
                <c:pt idx="98">
                  <c:v>843</c:v>
                </c:pt>
                <c:pt idx="99">
                  <c:v>844</c:v>
                </c:pt>
                <c:pt idx="100">
                  <c:v>843</c:v>
                </c:pt>
                <c:pt idx="101">
                  <c:v>844</c:v>
                </c:pt>
                <c:pt idx="102">
                  <c:v>844</c:v>
                </c:pt>
                <c:pt idx="103">
                  <c:v>842</c:v>
                </c:pt>
                <c:pt idx="104">
                  <c:v>822</c:v>
                </c:pt>
                <c:pt idx="105">
                  <c:v>821</c:v>
                </c:pt>
                <c:pt idx="106">
                  <c:v>821</c:v>
                </c:pt>
                <c:pt idx="107">
                  <c:v>820</c:v>
                </c:pt>
                <c:pt idx="108">
                  <c:v>823</c:v>
                </c:pt>
                <c:pt idx="109">
                  <c:v>820</c:v>
                </c:pt>
                <c:pt idx="110">
                  <c:v>821</c:v>
                </c:pt>
                <c:pt idx="111">
                  <c:v>822</c:v>
                </c:pt>
                <c:pt idx="112">
                  <c:v>821</c:v>
                </c:pt>
                <c:pt idx="113">
                  <c:v>821</c:v>
                </c:pt>
                <c:pt idx="114">
                  <c:v>821</c:v>
                </c:pt>
                <c:pt idx="115">
                  <c:v>822</c:v>
                </c:pt>
                <c:pt idx="116">
                  <c:v>822</c:v>
                </c:pt>
                <c:pt idx="117">
                  <c:v>821</c:v>
                </c:pt>
                <c:pt idx="118">
                  <c:v>821</c:v>
                </c:pt>
                <c:pt idx="119">
                  <c:v>821</c:v>
                </c:pt>
                <c:pt idx="120">
                  <c:v>823</c:v>
                </c:pt>
                <c:pt idx="121">
                  <c:v>821</c:v>
                </c:pt>
                <c:pt idx="122">
                  <c:v>822</c:v>
                </c:pt>
                <c:pt idx="123">
                  <c:v>821</c:v>
                </c:pt>
                <c:pt idx="124">
                  <c:v>821</c:v>
                </c:pt>
                <c:pt idx="125">
                  <c:v>823</c:v>
                </c:pt>
                <c:pt idx="126">
                  <c:v>821</c:v>
                </c:pt>
                <c:pt idx="127">
                  <c:v>822</c:v>
                </c:pt>
                <c:pt idx="128">
                  <c:v>821</c:v>
                </c:pt>
                <c:pt idx="129">
                  <c:v>822</c:v>
                </c:pt>
                <c:pt idx="130">
                  <c:v>822</c:v>
                </c:pt>
                <c:pt idx="131">
                  <c:v>820</c:v>
                </c:pt>
                <c:pt idx="132">
                  <c:v>822</c:v>
                </c:pt>
                <c:pt idx="133">
                  <c:v>821</c:v>
                </c:pt>
                <c:pt idx="134">
                  <c:v>821</c:v>
                </c:pt>
                <c:pt idx="135">
                  <c:v>801</c:v>
                </c:pt>
                <c:pt idx="136">
                  <c:v>800</c:v>
                </c:pt>
                <c:pt idx="137">
                  <c:v>800</c:v>
                </c:pt>
                <c:pt idx="138">
                  <c:v>802</c:v>
                </c:pt>
                <c:pt idx="139">
                  <c:v>801</c:v>
                </c:pt>
                <c:pt idx="140">
                  <c:v>800</c:v>
                </c:pt>
                <c:pt idx="141">
                  <c:v>800</c:v>
                </c:pt>
                <c:pt idx="142">
                  <c:v>801</c:v>
                </c:pt>
                <c:pt idx="143">
                  <c:v>801</c:v>
                </c:pt>
                <c:pt idx="144">
                  <c:v>800</c:v>
                </c:pt>
                <c:pt idx="145">
                  <c:v>802</c:v>
                </c:pt>
                <c:pt idx="146">
                  <c:v>802</c:v>
                </c:pt>
                <c:pt idx="147">
                  <c:v>802</c:v>
                </c:pt>
                <c:pt idx="148">
                  <c:v>801</c:v>
                </c:pt>
                <c:pt idx="149">
                  <c:v>802</c:v>
                </c:pt>
                <c:pt idx="150">
                  <c:v>802</c:v>
                </c:pt>
                <c:pt idx="151">
                  <c:v>801</c:v>
                </c:pt>
                <c:pt idx="152">
                  <c:v>802</c:v>
                </c:pt>
                <c:pt idx="153">
                  <c:v>801</c:v>
                </c:pt>
                <c:pt idx="154">
                  <c:v>802</c:v>
                </c:pt>
                <c:pt idx="155">
                  <c:v>800</c:v>
                </c:pt>
                <c:pt idx="156">
                  <c:v>802</c:v>
                </c:pt>
                <c:pt idx="157">
                  <c:v>801</c:v>
                </c:pt>
                <c:pt idx="158">
                  <c:v>801</c:v>
                </c:pt>
                <c:pt idx="159">
                  <c:v>802</c:v>
                </c:pt>
                <c:pt idx="160">
                  <c:v>801</c:v>
                </c:pt>
                <c:pt idx="161">
                  <c:v>801</c:v>
                </c:pt>
                <c:pt idx="162">
                  <c:v>801</c:v>
                </c:pt>
                <c:pt idx="163">
                  <c:v>785</c:v>
                </c:pt>
                <c:pt idx="164">
                  <c:v>780</c:v>
                </c:pt>
                <c:pt idx="165">
                  <c:v>781</c:v>
                </c:pt>
                <c:pt idx="166">
                  <c:v>781</c:v>
                </c:pt>
                <c:pt idx="167">
                  <c:v>781</c:v>
                </c:pt>
                <c:pt idx="168">
                  <c:v>781</c:v>
                </c:pt>
                <c:pt idx="169">
                  <c:v>781</c:v>
                </c:pt>
                <c:pt idx="170">
                  <c:v>781</c:v>
                </c:pt>
                <c:pt idx="171">
                  <c:v>781</c:v>
                </c:pt>
                <c:pt idx="172">
                  <c:v>781</c:v>
                </c:pt>
                <c:pt idx="173">
                  <c:v>781</c:v>
                </c:pt>
                <c:pt idx="174">
                  <c:v>781</c:v>
                </c:pt>
                <c:pt idx="175">
                  <c:v>781</c:v>
                </c:pt>
                <c:pt idx="176">
                  <c:v>781</c:v>
                </c:pt>
                <c:pt idx="177">
                  <c:v>781</c:v>
                </c:pt>
                <c:pt idx="178">
                  <c:v>781</c:v>
                </c:pt>
                <c:pt idx="179">
                  <c:v>781</c:v>
                </c:pt>
                <c:pt idx="180">
                  <c:v>781</c:v>
                </c:pt>
                <c:pt idx="181">
                  <c:v>781</c:v>
                </c:pt>
                <c:pt idx="182">
                  <c:v>781</c:v>
                </c:pt>
                <c:pt idx="183">
                  <c:v>781</c:v>
                </c:pt>
                <c:pt idx="184">
                  <c:v>781</c:v>
                </c:pt>
                <c:pt idx="185">
                  <c:v>781</c:v>
                </c:pt>
                <c:pt idx="186">
                  <c:v>781</c:v>
                </c:pt>
                <c:pt idx="187">
                  <c:v>781</c:v>
                </c:pt>
                <c:pt idx="188">
                  <c:v>781</c:v>
                </c:pt>
                <c:pt idx="189">
                  <c:v>781</c:v>
                </c:pt>
                <c:pt idx="190">
                  <c:v>781</c:v>
                </c:pt>
                <c:pt idx="191">
                  <c:v>781</c:v>
                </c:pt>
                <c:pt idx="192">
                  <c:v>781</c:v>
                </c:pt>
                <c:pt idx="193">
                  <c:v>781</c:v>
                </c:pt>
                <c:pt idx="194">
                  <c:v>760</c:v>
                </c:pt>
                <c:pt idx="195">
                  <c:v>760</c:v>
                </c:pt>
                <c:pt idx="196">
                  <c:v>760</c:v>
                </c:pt>
                <c:pt idx="197">
                  <c:v>760</c:v>
                </c:pt>
                <c:pt idx="198">
                  <c:v>760</c:v>
                </c:pt>
                <c:pt idx="199">
                  <c:v>760</c:v>
                </c:pt>
                <c:pt idx="200">
                  <c:v>760</c:v>
                </c:pt>
                <c:pt idx="201">
                  <c:v>760</c:v>
                </c:pt>
                <c:pt idx="202">
                  <c:v>760</c:v>
                </c:pt>
                <c:pt idx="203">
                  <c:v>760</c:v>
                </c:pt>
                <c:pt idx="204">
                  <c:v>760</c:v>
                </c:pt>
                <c:pt idx="205">
                  <c:v>760</c:v>
                </c:pt>
                <c:pt idx="206">
                  <c:v>760</c:v>
                </c:pt>
                <c:pt idx="207">
                  <c:v>760</c:v>
                </c:pt>
                <c:pt idx="208">
                  <c:v>760</c:v>
                </c:pt>
                <c:pt idx="209">
                  <c:v>760</c:v>
                </c:pt>
                <c:pt idx="210">
                  <c:v>760</c:v>
                </c:pt>
                <c:pt idx="211">
                  <c:v>760</c:v>
                </c:pt>
                <c:pt idx="212">
                  <c:v>760</c:v>
                </c:pt>
                <c:pt idx="213">
                  <c:v>760</c:v>
                </c:pt>
                <c:pt idx="214">
                  <c:v>760</c:v>
                </c:pt>
                <c:pt idx="215">
                  <c:v>760</c:v>
                </c:pt>
                <c:pt idx="216">
                  <c:v>760</c:v>
                </c:pt>
                <c:pt idx="217">
                  <c:v>760</c:v>
                </c:pt>
                <c:pt idx="218">
                  <c:v>760</c:v>
                </c:pt>
                <c:pt idx="219">
                  <c:v>760</c:v>
                </c:pt>
                <c:pt idx="220">
                  <c:v>760</c:v>
                </c:pt>
                <c:pt idx="221">
                  <c:v>760</c:v>
                </c:pt>
                <c:pt idx="222">
                  <c:v>760</c:v>
                </c:pt>
                <c:pt idx="223">
                  <c:v>760</c:v>
                </c:pt>
                <c:pt idx="224">
                  <c:v>760</c:v>
                </c:pt>
                <c:pt idx="225">
                  <c:v>760</c:v>
                </c:pt>
                <c:pt idx="226">
                  <c:v>739</c:v>
                </c:pt>
                <c:pt idx="227">
                  <c:v>739</c:v>
                </c:pt>
                <c:pt idx="228">
                  <c:v>740</c:v>
                </c:pt>
                <c:pt idx="229">
                  <c:v>740</c:v>
                </c:pt>
                <c:pt idx="230">
                  <c:v>740</c:v>
                </c:pt>
                <c:pt idx="231">
                  <c:v>740</c:v>
                </c:pt>
                <c:pt idx="232">
                  <c:v>741</c:v>
                </c:pt>
                <c:pt idx="233">
                  <c:v>740</c:v>
                </c:pt>
                <c:pt idx="234">
                  <c:v>741</c:v>
                </c:pt>
                <c:pt idx="235">
                  <c:v>742</c:v>
                </c:pt>
                <c:pt idx="236">
                  <c:v>741</c:v>
                </c:pt>
                <c:pt idx="237">
                  <c:v>741</c:v>
                </c:pt>
                <c:pt idx="238">
                  <c:v>741</c:v>
                </c:pt>
                <c:pt idx="239">
                  <c:v>742</c:v>
                </c:pt>
                <c:pt idx="240">
                  <c:v>742</c:v>
                </c:pt>
                <c:pt idx="241">
                  <c:v>742</c:v>
                </c:pt>
                <c:pt idx="242">
                  <c:v>742</c:v>
                </c:pt>
                <c:pt idx="243">
                  <c:v>742</c:v>
                </c:pt>
                <c:pt idx="244">
                  <c:v>740</c:v>
                </c:pt>
                <c:pt idx="245">
                  <c:v>741</c:v>
                </c:pt>
                <c:pt idx="246">
                  <c:v>740</c:v>
                </c:pt>
                <c:pt idx="247">
                  <c:v>742</c:v>
                </c:pt>
                <c:pt idx="248">
                  <c:v>742</c:v>
                </c:pt>
                <c:pt idx="249">
                  <c:v>741</c:v>
                </c:pt>
                <c:pt idx="250">
                  <c:v>741</c:v>
                </c:pt>
                <c:pt idx="251">
                  <c:v>742</c:v>
                </c:pt>
                <c:pt idx="252">
                  <c:v>742</c:v>
                </c:pt>
                <c:pt idx="253">
                  <c:v>742</c:v>
                </c:pt>
                <c:pt idx="254">
                  <c:v>742</c:v>
                </c:pt>
                <c:pt idx="255">
                  <c:v>742</c:v>
                </c:pt>
                <c:pt idx="256">
                  <c:v>721</c:v>
                </c:pt>
                <c:pt idx="257">
                  <c:v>721</c:v>
                </c:pt>
                <c:pt idx="258">
                  <c:v>721</c:v>
                </c:pt>
                <c:pt idx="259">
                  <c:v>721</c:v>
                </c:pt>
                <c:pt idx="260">
                  <c:v>721</c:v>
                </c:pt>
                <c:pt idx="261">
                  <c:v>721</c:v>
                </c:pt>
                <c:pt idx="262">
                  <c:v>721</c:v>
                </c:pt>
                <c:pt idx="263">
                  <c:v>721</c:v>
                </c:pt>
                <c:pt idx="264">
                  <c:v>721</c:v>
                </c:pt>
                <c:pt idx="265">
                  <c:v>721</c:v>
                </c:pt>
                <c:pt idx="266">
                  <c:v>721</c:v>
                </c:pt>
                <c:pt idx="267">
                  <c:v>721</c:v>
                </c:pt>
                <c:pt idx="268">
                  <c:v>721</c:v>
                </c:pt>
                <c:pt idx="269">
                  <c:v>721</c:v>
                </c:pt>
                <c:pt idx="270">
                  <c:v>721</c:v>
                </c:pt>
                <c:pt idx="271">
                  <c:v>721</c:v>
                </c:pt>
                <c:pt idx="272">
                  <c:v>722</c:v>
                </c:pt>
                <c:pt idx="273">
                  <c:v>721</c:v>
                </c:pt>
                <c:pt idx="274">
                  <c:v>721</c:v>
                </c:pt>
                <c:pt idx="275">
                  <c:v>721</c:v>
                </c:pt>
                <c:pt idx="276">
                  <c:v>721</c:v>
                </c:pt>
                <c:pt idx="277">
                  <c:v>721</c:v>
                </c:pt>
                <c:pt idx="278">
                  <c:v>721</c:v>
                </c:pt>
                <c:pt idx="279">
                  <c:v>721</c:v>
                </c:pt>
                <c:pt idx="280">
                  <c:v>721</c:v>
                </c:pt>
                <c:pt idx="281">
                  <c:v>721</c:v>
                </c:pt>
                <c:pt idx="282">
                  <c:v>721</c:v>
                </c:pt>
                <c:pt idx="283">
                  <c:v>721</c:v>
                </c:pt>
                <c:pt idx="284">
                  <c:v>721</c:v>
                </c:pt>
                <c:pt idx="285">
                  <c:v>721</c:v>
                </c:pt>
                <c:pt idx="286">
                  <c:v>714</c:v>
                </c:pt>
                <c:pt idx="287">
                  <c:v>703</c:v>
                </c:pt>
                <c:pt idx="288">
                  <c:v>703</c:v>
                </c:pt>
                <c:pt idx="289">
                  <c:v>703</c:v>
                </c:pt>
                <c:pt idx="290">
                  <c:v>703</c:v>
                </c:pt>
                <c:pt idx="291">
                  <c:v>703</c:v>
                </c:pt>
                <c:pt idx="292">
                  <c:v>703</c:v>
                </c:pt>
                <c:pt idx="293">
                  <c:v>703</c:v>
                </c:pt>
                <c:pt idx="294">
                  <c:v>703</c:v>
                </c:pt>
                <c:pt idx="295">
                  <c:v>703</c:v>
                </c:pt>
                <c:pt idx="296">
                  <c:v>703</c:v>
                </c:pt>
                <c:pt idx="297">
                  <c:v>703</c:v>
                </c:pt>
                <c:pt idx="298">
                  <c:v>703</c:v>
                </c:pt>
                <c:pt idx="299">
                  <c:v>703</c:v>
                </c:pt>
                <c:pt idx="300">
                  <c:v>703</c:v>
                </c:pt>
                <c:pt idx="301">
                  <c:v>703</c:v>
                </c:pt>
                <c:pt idx="302">
                  <c:v>703</c:v>
                </c:pt>
                <c:pt idx="303">
                  <c:v>703</c:v>
                </c:pt>
                <c:pt idx="304">
                  <c:v>703</c:v>
                </c:pt>
                <c:pt idx="305">
                  <c:v>703</c:v>
                </c:pt>
                <c:pt idx="306">
                  <c:v>703</c:v>
                </c:pt>
                <c:pt idx="307">
                  <c:v>703</c:v>
                </c:pt>
                <c:pt idx="308">
                  <c:v>703</c:v>
                </c:pt>
                <c:pt idx="309">
                  <c:v>703</c:v>
                </c:pt>
                <c:pt idx="310">
                  <c:v>703</c:v>
                </c:pt>
                <c:pt idx="311">
                  <c:v>703</c:v>
                </c:pt>
                <c:pt idx="312">
                  <c:v>703</c:v>
                </c:pt>
                <c:pt idx="313">
                  <c:v>703</c:v>
                </c:pt>
                <c:pt idx="314">
                  <c:v>703</c:v>
                </c:pt>
                <c:pt idx="315">
                  <c:v>703</c:v>
                </c:pt>
                <c:pt idx="316">
                  <c:v>701</c:v>
                </c:pt>
                <c:pt idx="317">
                  <c:v>682</c:v>
                </c:pt>
                <c:pt idx="318">
                  <c:v>683</c:v>
                </c:pt>
                <c:pt idx="319">
                  <c:v>682</c:v>
                </c:pt>
                <c:pt idx="320">
                  <c:v>683</c:v>
                </c:pt>
                <c:pt idx="321">
                  <c:v>682</c:v>
                </c:pt>
                <c:pt idx="322">
                  <c:v>684</c:v>
                </c:pt>
                <c:pt idx="323">
                  <c:v>683</c:v>
                </c:pt>
                <c:pt idx="324">
                  <c:v>684</c:v>
                </c:pt>
                <c:pt idx="325">
                  <c:v>684</c:v>
                </c:pt>
                <c:pt idx="326">
                  <c:v>684</c:v>
                </c:pt>
                <c:pt idx="327">
                  <c:v>684</c:v>
                </c:pt>
                <c:pt idx="328">
                  <c:v>685</c:v>
                </c:pt>
                <c:pt idx="329">
                  <c:v>685</c:v>
                </c:pt>
                <c:pt idx="330">
                  <c:v>684</c:v>
                </c:pt>
                <c:pt idx="331">
                  <c:v>684</c:v>
                </c:pt>
                <c:pt idx="332">
                  <c:v>684</c:v>
                </c:pt>
                <c:pt idx="333">
                  <c:v>683</c:v>
                </c:pt>
                <c:pt idx="334">
                  <c:v>683</c:v>
                </c:pt>
                <c:pt idx="335">
                  <c:v>684</c:v>
                </c:pt>
                <c:pt idx="336">
                  <c:v>683</c:v>
                </c:pt>
                <c:pt idx="337">
                  <c:v>684</c:v>
                </c:pt>
                <c:pt idx="338">
                  <c:v>684</c:v>
                </c:pt>
                <c:pt idx="339">
                  <c:v>683</c:v>
                </c:pt>
                <c:pt idx="340">
                  <c:v>684</c:v>
                </c:pt>
                <c:pt idx="341">
                  <c:v>683</c:v>
                </c:pt>
                <c:pt idx="342">
                  <c:v>683</c:v>
                </c:pt>
                <c:pt idx="343">
                  <c:v>683</c:v>
                </c:pt>
                <c:pt idx="344">
                  <c:v>682</c:v>
                </c:pt>
                <c:pt idx="345">
                  <c:v>683</c:v>
                </c:pt>
                <c:pt idx="346">
                  <c:v>682</c:v>
                </c:pt>
                <c:pt idx="347">
                  <c:v>683</c:v>
                </c:pt>
                <c:pt idx="348">
                  <c:v>664</c:v>
                </c:pt>
                <c:pt idx="349">
                  <c:v>664</c:v>
                </c:pt>
                <c:pt idx="350">
                  <c:v>664</c:v>
                </c:pt>
                <c:pt idx="351">
                  <c:v>664</c:v>
                </c:pt>
                <c:pt idx="352">
                  <c:v>664</c:v>
                </c:pt>
                <c:pt idx="353">
                  <c:v>664</c:v>
                </c:pt>
                <c:pt idx="354">
                  <c:v>664</c:v>
                </c:pt>
                <c:pt idx="355">
                  <c:v>664</c:v>
                </c:pt>
                <c:pt idx="356">
                  <c:v>664</c:v>
                </c:pt>
                <c:pt idx="357">
                  <c:v>664</c:v>
                </c:pt>
                <c:pt idx="358">
                  <c:v>664</c:v>
                </c:pt>
                <c:pt idx="359">
                  <c:v>664</c:v>
                </c:pt>
                <c:pt idx="360">
                  <c:v>664</c:v>
                </c:pt>
                <c:pt idx="361">
                  <c:v>664</c:v>
                </c:pt>
                <c:pt idx="362">
                  <c:v>664</c:v>
                </c:pt>
                <c:pt idx="363">
                  <c:v>664</c:v>
                </c:pt>
                <c:pt idx="364">
                  <c:v>664</c:v>
                </c:pt>
                <c:pt idx="365">
                  <c:v>664</c:v>
                </c:pt>
                <c:pt idx="366">
                  <c:v>664</c:v>
                </c:pt>
                <c:pt idx="367">
                  <c:v>664</c:v>
                </c:pt>
                <c:pt idx="368">
                  <c:v>664</c:v>
                </c:pt>
                <c:pt idx="369">
                  <c:v>664</c:v>
                </c:pt>
                <c:pt idx="370">
                  <c:v>664</c:v>
                </c:pt>
                <c:pt idx="371">
                  <c:v>664</c:v>
                </c:pt>
                <c:pt idx="372">
                  <c:v>664</c:v>
                </c:pt>
                <c:pt idx="373">
                  <c:v>664</c:v>
                </c:pt>
                <c:pt idx="374">
                  <c:v>664</c:v>
                </c:pt>
                <c:pt idx="375">
                  <c:v>664</c:v>
                </c:pt>
                <c:pt idx="376">
                  <c:v>662</c:v>
                </c:pt>
                <c:pt idx="377">
                  <c:v>643</c:v>
                </c:pt>
                <c:pt idx="378">
                  <c:v>643</c:v>
                </c:pt>
                <c:pt idx="379">
                  <c:v>643</c:v>
                </c:pt>
                <c:pt idx="380">
                  <c:v>643</c:v>
                </c:pt>
                <c:pt idx="381">
                  <c:v>644</c:v>
                </c:pt>
                <c:pt idx="382">
                  <c:v>644</c:v>
                </c:pt>
                <c:pt idx="383">
                  <c:v>644</c:v>
                </c:pt>
                <c:pt idx="384">
                  <c:v>644</c:v>
                </c:pt>
                <c:pt idx="385">
                  <c:v>644</c:v>
                </c:pt>
                <c:pt idx="386">
                  <c:v>645</c:v>
                </c:pt>
                <c:pt idx="387">
                  <c:v>645</c:v>
                </c:pt>
                <c:pt idx="388">
                  <c:v>645</c:v>
                </c:pt>
                <c:pt idx="389">
                  <c:v>644</c:v>
                </c:pt>
                <c:pt idx="390">
                  <c:v>644</c:v>
                </c:pt>
                <c:pt idx="391">
                  <c:v>643</c:v>
                </c:pt>
                <c:pt idx="392">
                  <c:v>644</c:v>
                </c:pt>
                <c:pt idx="393">
                  <c:v>643</c:v>
                </c:pt>
                <c:pt idx="394">
                  <c:v>644</c:v>
                </c:pt>
                <c:pt idx="395">
                  <c:v>643</c:v>
                </c:pt>
                <c:pt idx="396">
                  <c:v>644</c:v>
                </c:pt>
                <c:pt idx="397">
                  <c:v>643</c:v>
                </c:pt>
                <c:pt idx="398">
                  <c:v>643</c:v>
                </c:pt>
                <c:pt idx="399">
                  <c:v>643</c:v>
                </c:pt>
                <c:pt idx="400">
                  <c:v>644</c:v>
                </c:pt>
                <c:pt idx="401">
                  <c:v>643</c:v>
                </c:pt>
                <c:pt idx="402">
                  <c:v>643</c:v>
                </c:pt>
                <c:pt idx="403">
                  <c:v>643</c:v>
                </c:pt>
                <c:pt idx="404">
                  <c:v>643</c:v>
                </c:pt>
                <c:pt idx="405">
                  <c:v>643</c:v>
                </c:pt>
                <c:pt idx="406">
                  <c:v>643</c:v>
                </c:pt>
                <c:pt idx="407">
                  <c:v>643</c:v>
                </c:pt>
                <c:pt idx="408">
                  <c:v>622</c:v>
                </c:pt>
                <c:pt idx="409">
                  <c:v>622</c:v>
                </c:pt>
                <c:pt idx="410">
                  <c:v>624</c:v>
                </c:pt>
                <c:pt idx="411">
                  <c:v>622</c:v>
                </c:pt>
                <c:pt idx="412">
                  <c:v>623</c:v>
                </c:pt>
                <c:pt idx="413">
                  <c:v>622</c:v>
                </c:pt>
                <c:pt idx="414">
                  <c:v>622</c:v>
                </c:pt>
                <c:pt idx="415">
                  <c:v>622</c:v>
                </c:pt>
                <c:pt idx="416">
                  <c:v>622</c:v>
                </c:pt>
                <c:pt idx="417">
                  <c:v>622</c:v>
                </c:pt>
                <c:pt idx="418">
                  <c:v>623</c:v>
                </c:pt>
                <c:pt idx="419">
                  <c:v>622</c:v>
                </c:pt>
                <c:pt idx="420">
                  <c:v>622</c:v>
                </c:pt>
                <c:pt idx="421">
                  <c:v>622</c:v>
                </c:pt>
                <c:pt idx="422">
                  <c:v>622</c:v>
                </c:pt>
                <c:pt idx="423">
                  <c:v>622</c:v>
                </c:pt>
                <c:pt idx="424">
                  <c:v>622</c:v>
                </c:pt>
                <c:pt idx="425">
                  <c:v>622</c:v>
                </c:pt>
                <c:pt idx="426">
                  <c:v>622</c:v>
                </c:pt>
                <c:pt idx="427">
                  <c:v>622</c:v>
                </c:pt>
                <c:pt idx="428">
                  <c:v>622</c:v>
                </c:pt>
                <c:pt idx="429">
                  <c:v>622</c:v>
                </c:pt>
                <c:pt idx="430">
                  <c:v>622</c:v>
                </c:pt>
                <c:pt idx="431">
                  <c:v>622</c:v>
                </c:pt>
                <c:pt idx="432">
                  <c:v>622</c:v>
                </c:pt>
                <c:pt idx="433">
                  <c:v>622</c:v>
                </c:pt>
                <c:pt idx="434">
                  <c:v>622</c:v>
                </c:pt>
                <c:pt idx="435">
                  <c:v>620</c:v>
                </c:pt>
                <c:pt idx="436">
                  <c:v>622</c:v>
                </c:pt>
                <c:pt idx="437">
                  <c:v>622</c:v>
                </c:pt>
                <c:pt idx="438">
                  <c:v>622</c:v>
                </c:pt>
                <c:pt idx="439">
                  <c:v>622</c:v>
                </c:pt>
                <c:pt idx="440">
                  <c:v>603</c:v>
                </c:pt>
                <c:pt idx="441">
                  <c:v>602</c:v>
                </c:pt>
                <c:pt idx="442">
                  <c:v>601</c:v>
                </c:pt>
                <c:pt idx="443">
                  <c:v>601</c:v>
                </c:pt>
                <c:pt idx="444">
                  <c:v>601</c:v>
                </c:pt>
                <c:pt idx="445">
                  <c:v>602</c:v>
                </c:pt>
                <c:pt idx="446">
                  <c:v>602</c:v>
                </c:pt>
                <c:pt idx="447">
                  <c:v>601</c:v>
                </c:pt>
                <c:pt idx="448">
                  <c:v>601</c:v>
                </c:pt>
                <c:pt idx="449">
                  <c:v>602</c:v>
                </c:pt>
                <c:pt idx="450">
                  <c:v>603</c:v>
                </c:pt>
                <c:pt idx="451">
                  <c:v>603</c:v>
                </c:pt>
                <c:pt idx="452">
                  <c:v>602</c:v>
                </c:pt>
                <c:pt idx="453">
                  <c:v>603</c:v>
                </c:pt>
                <c:pt idx="454">
                  <c:v>602</c:v>
                </c:pt>
                <c:pt idx="455">
                  <c:v>603</c:v>
                </c:pt>
                <c:pt idx="456">
                  <c:v>603</c:v>
                </c:pt>
                <c:pt idx="457">
                  <c:v>602</c:v>
                </c:pt>
                <c:pt idx="458">
                  <c:v>602</c:v>
                </c:pt>
                <c:pt idx="459">
                  <c:v>601</c:v>
                </c:pt>
                <c:pt idx="460">
                  <c:v>601</c:v>
                </c:pt>
                <c:pt idx="461">
                  <c:v>601</c:v>
                </c:pt>
                <c:pt idx="462">
                  <c:v>601</c:v>
                </c:pt>
                <c:pt idx="463">
                  <c:v>601</c:v>
                </c:pt>
                <c:pt idx="464">
                  <c:v>601</c:v>
                </c:pt>
                <c:pt idx="465">
                  <c:v>601</c:v>
                </c:pt>
                <c:pt idx="466">
                  <c:v>601</c:v>
                </c:pt>
                <c:pt idx="467">
                  <c:v>601</c:v>
                </c:pt>
                <c:pt idx="468">
                  <c:v>580</c:v>
                </c:pt>
                <c:pt idx="469">
                  <c:v>580</c:v>
                </c:pt>
                <c:pt idx="470">
                  <c:v>580</c:v>
                </c:pt>
                <c:pt idx="471">
                  <c:v>580</c:v>
                </c:pt>
                <c:pt idx="472">
                  <c:v>580</c:v>
                </c:pt>
                <c:pt idx="473">
                  <c:v>580</c:v>
                </c:pt>
                <c:pt idx="474">
                  <c:v>580</c:v>
                </c:pt>
                <c:pt idx="475">
                  <c:v>581</c:v>
                </c:pt>
                <c:pt idx="476">
                  <c:v>580</c:v>
                </c:pt>
                <c:pt idx="477">
                  <c:v>580</c:v>
                </c:pt>
                <c:pt idx="478">
                  <c:v>580</c:v>
                </c:pt>
                <c:pt idx="479">
                  <c:v>580</c:v>
                </c:pt>
                <c:pt idx="480">
                  <c:v>580</c:v>
                </c:pt>
                <c:pt idx="481">
                  <c:v>580</c:v>
                </c:pt>
                <c:pt idx="482">
                  <c:v>580</c:v>
                </c:pt>
                <c:pt idx="483">
                  <c:v>579</c:v>
                </c:pt>
                <c:pt idx="484">
                  <c:v>578</c:v>
                </c:pt>
                <c:pt idx="485">
                  <c:v>580</c:v>
                </c:pt>
                <c:pt idx="486">
                  <c:v>580</c:v>
                </c:pt>
                <c:pt idx="487">
                  <c:v>580</c:v>
                </c:pt>
                <c:pt idx="488">
                  <c:v>579</c:v>
                </c:pt>
                <c:pt idx="489">
                  <c:v>579</c:v>
                </c:pt>
                <c:pt idx="490">
                  <c:v>580</c:v>
                </c:pt>
                <c:pt idx="491">
                  <c:v>580</c:v>
                </c:pt>
                <c:pt idx="492">
                  <c:v>579</c:v>
                </c:pt>
                <c:pt idx="493">
                  <c:v>577</c:v>
                </c:pt>
                <c:pt idx="494">
                  <c:v>578</c:v>
                </c:pt>
                <c:pt idx="495">
                  <c:v>577</c:v>
                </c:pt>
                <c:pt idx="496">
                  <c:v>577</c:v>
                </c:pt>
                <c:pt idx="497">
                  <c:v>577</c:v>
                </c:pt>
                <c:pt idx="498">
                  <c:v>579</c:v>
                </c:pt>
                <c:pt idx="499">
                  <c:v>558</c:v>
                </c:pt>
                <c:pt idx="500">
                  <c:v>559</c:v>
                </c:pt>
                <c:pt idx="501">
                  <c:v>559</c:v>
                </c:pt>
                <c:pt idx="502">
                  <c:v>559</c:v>
                </c:pt>
                <c:pt idx="503">
                  <c:v>558</c:v>
                </c:pt>
                <c:pt idx="504">
                  <c:v>559</c:v>
                </c:pt>
                <c:pt idx="505">
                  <c:v>559</c:v>
                </c:pt>
                <c:pt idx="506">
                  <c:v>559</c:v>
                </c:pt>
                <c:pt idx="507">
                  <c:v>559</c:v>
                </c:pt>
                <c:pt idx="508">
                  <c:v>559</c:v>
                </c:pt>
                <c:pt idx="509">
                  <c:v>559</c:v>
                </c:pt>
                <c:pt idx="510">
                  <c:v>557</c:v>
                </c:pt>
                <c:pt idx="511">
                  <c:v>558</c:v>
                </c:pt>
                <c:pt idx="512">
                  <c:v>557</c:v>
                </c:pt>
                <c:pt idx="513">
                  <c:v>556</c:v>
                </c:pt>
                <c:pt idx="514">
                  <c:v>556</c:v>
                </c:pt>
                <c:pt idx="515">
                  <c:v>556</c:v>
                </c:pt>
                <c:pt idx="516">
                  <c:v>556</c:v>
                </c:pt>
                <c:pt idx="517">
                  <c:v>556</c:v>
                </c:pt>
                <c:pt idx="518">
                  <c:v>555</c:v>
                </c:pt>
                <c:pt idx="519">
                  <c:v>556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B06E-48A9-BD24-8F2C837CF42F}"/>
            </c:ext>
          </c:extLst>
        </c:ser>
        <c:ser>
          <c:idx val="15"/>
          <c:order val="15"/>
          <c:tx>
            <c:strRef>
              <c:f>Sheet1!$AB$1</c:f>
              <c:strCache>
                <c:ptCount val="1"/>
                <c:pt idx="0">
                  <c:v>cell16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Sheet1!$AB$2:$AB$521</c:f>
              <c:numCache>
                <c:formatCode>General</c:formatCode>
                <c:ptCount val="520"/>
                <c:pt idx="0">
                  <c:v>956</c:v>
                </c:pt>
                <c:pt idx="1">
                  <c:v>954</c:v>
                </c:pt>
                <c:pt idx="2">
                  <c:v>953</c:v>
                </c:pt>
                <c:pt idx="3">
                  <c:v>953</c:v>
                </c:pt>
                <c:pt idx="4">
                  <c:v>953</c:v>
                </c:pt>
                <c:pt idx="5">
                  <c:v>953</c:v>
                </c:pt>
                <c:pt idx="6">
                  <c:v>952</c:v>
                </c:pt>
                <c:pt idx="7">
                  <c:v>951</c:v>
                </c:pt>
                <c:pt idx="8">
                  <c:v>951</c:v>
                </c:pt>
                <c:pt idx="9">
                  <c:v>950</c:v>
                </c:pt>
                <c:pt idx="10">
                  <c:v>885</c:v>
                </c:pt>
                <c:pt idx="11">
                  <c:v>886</c:v>
                </c:pt>
                <c:pt idx="12">
                  <c:v>885</c:v>
                </c:pt>
                <c:pt idx="13">
                  <c:v>886</c:v>
                </c:pt>
                <c:pt idx="14">
                  <c:v>885</c:v>
                </c:pt>
                <c:pt idx="15">
                  <c:v>885</c:v>
                </c:pt>
                <c:pt idx="16">
                  <c:v>885</c:v>
                </c:pt>
                <c:pt idx="17">
                  <c:v>887</c:v>
                </c:pt>
                <c:pt idx="18">
                  <c:v>884</c:v>
                </c:pt>
                <c:pt idx="19">
                  <c:v>886</c:v>
                </c:pt>
                <c:pt idx="20">
                  <c:v>885</c:v>
                </c:pt>
                <c:pt idx="21">
                  <c:v>885</c:v>
                </c:pt>
                <c:pt idx="22">
                  <c:v>885</c:v>
                </c:pt>
                <c:pt idx="23">
                  <c:v>886</c:v>
                </c:pt>
                <c:pt idx="24">
                  <c:v>885</c:v>
                </c:pt>
                <c:pt idx="25">
                  <c:v>885</c:v>
                </c:pt>
                <c:pt idx="26">
                  <c:v>885</c:v>
                </c:pt>
                <c:pt idx="27">
                  <c:v>886</c:v>
                </c:pt>
                <c:pt idx="28">
                  <c:v>886</c:v>
                </c:pt>
                <c:pt idx="29">
                  <c:v>885</c:v>
                </c:pt>
                <c:pt idx="30">
                  <c:v>885</c:v>
                </c:pt>
                <c:pt idx="31">
                  <c:v>886</c:v>
                </c:pt>
                <c:pt idx="32">
                  <c:v>886</c:v>
                </c:pt>
                <c:pt idx="33">
                  <c:v>885</c:v>
                </c:pt>
                <c:pt idx="34">
                  <c:v>887</c:v>
                </c:pt>
                <c:pt idx="35">
                  <c:v>886</c:v>
                </c:pt>
                <c:pt idx="36">
                  <c:v>886</c:v>
                </c:pt>
                <c:pt idx="37">
                  <c:v>886</c:v>
                </c:pt>
                <c:pt idx="38">
                  <c:v>885</c:v>
                </c:pt>
                <c:pt idx="39">
                  <c:v>886</c:v>
                </c:pt>
                <c:pt idx="40">
                  <c:v>885</c:v>
                </c:pt>
                <c:pt idx="41">
                  <c:v>863</c:v>
                </c:pt>
                <c:pt idx="42">
                  <c:v>863</c:v>
                </c:pt>
                <c:pt idx="43">
                  <c:v>863</c:v>
                </c:pt>
                <c:pt idx="44">
                  <c:v>863</c:v>
                </c:pt>
                <c:pt idx="45">
                  <c:v>863</c:v>
                </c:pt>
                <c:pt idx="46">
                  <c:v>863</c:v>
                </c:pt>
                <c:pt idx="47">
                  <c:v>863</c:v>
                </c:pt>
                <c:pt idx="48">
                  <c:v>863</c:v>
                </c:pt>
                <c:pt idx="49">
                  <c:v>863</c:v>
                </c:pt>
                <c:pt idx="50">
                  <c:v>863</c:v>
                </c:pt>
                <c:pt idx="51">
                  <c:v>863</c:v>
                </c:pt>
                <c:pt idx="52">
                  <c:v>863</c:v>
                </c:pt>
                <c:pt idx="53">
                  <c:v>863</c:v>
                </c:pt>
                <c:pt idx="54">
                  <c:v>863</c:v>
                </c:pt>
                <c:pt idx="55">
                  <c:v>863</c:v>
                </c:pt>
                <c:pt idx="56">
                  <c:v>863</c:v>
                </c:pt>
                <c:pt idx="57">
                  <c:v>863</c:v>
                </c:pt>
                <c:pt idx="58">
                  <c:v>863</c:v>
                </c:pt>
                <c:pt idx="59">
                  <c:v>863</c:v>
                </c:pt>
                <c:pt idx="60">
                  <c:v>863</c:v>
                </c:pt>
                <c:pt idx="61">
                  <c:v>863</c:v>
                </c:pt>
                <c:pt idx="62">
                  <c:v>863</c:v>
                </c:pt>
                <c:pt idx="63">
                  <c:v>863</c:v>
                </c:pt>
                <c:pt idx="64">
                  <c:v>863</c:v>
                </c:pt>
                <c:pt idx="65">
                  <c:v>863</c:v>
                </c:pt>
                <c:pt idx="66">
                  <c:v>863</c:v>
                </c:pt>
                <c:pt idx="67">
                  <c:v>863</c:v>
                </c:pt>
                <c:pt idx="68">
                  <c:v>863</c:v>
                </c:pt>
                <c:pt idx="69">
                  <c:v>863</c:v>
                </c:pt>
                <c:pt idx="70">
                  <c:v>863</c:v>
                </c:pt>
                <c:pt idx="71">
                  <c:v>863</c:v>
                </c:pt>
                <c:pt idx="72">
                  <c:v>841</c:v>
                </c:pt>
                <c:pt idx="73">
                  <c:v>841</c:v>
                </c:pt>
                <c:pt idx="74">
                  <c:v>841</c:v>
                </c:pt>
                <c:pt idx="75">
                  <c:v>841</c:v>
                </c:pt>
                <c:pt idx="76">
                  <c:v>841</c:v>
                </c:pt>
                <c:pt idx="77">
                  <c:v>841</c:v>
                </c:pt>
                <c:pt idx="78">
                  <c:v>841</c:v>
                </c:pt>
                <c:pt idx="79">
                  <c:v>841</c:v>
                </c:pt>
                <c:pt idx="80">
                  <c:v>841</c:v>
                </c:pt>
                <c:pt idx="81">
                  <c:v>841</c:v>
                </c:pt>
                <c:pt idx="82">
                  <c:v>841</c:v>
                </c:pt>
                <c:pt idx="83">
                  <c:v>841</c:v>
                </c:pt>
                <c:pt idx="84">
                  <c:v>841</c:v>
                </c:pt>
                <c:pt idx="85">
                  <c:v>841</c:v>
                </c:pt>
                <c:pt idx="86">
                  <c:v>841</c:v>
                </c:pt>
                <c:pt idx="87">
                  <c:v>841</c:v>
                </c:pt>
                <c:pt idx="88">
                  <c:v>841</c:v>
                </c:pt>
                <c:pt idx="89">
                  <c:v>841</c:v>
                </c:pt>
                <c:pt idx="90">
                  <c:v>841</c:v>
                </c:pt>
                <c:pt idx="91">
                  <c:v>841</c:v>
                </c:pt>
                <c:pt idx="92">
                  <c:v>841</c:v>
                </c:pt>
                <c:pt idx="93">
                  <c:v>841</c:v>
                </c:pt>
                <c:pt idx="94">
                  <c:v>841</c:v>
                </c:pt>
                <c:pt idx="95">
                  <c:v>841</c:v>
                </c:pt>
                <c:pt idx="96">
                  <c:v>841</c:v>
                </c:pt>
                <c:pt idx="97">
                  <c:v>841</c:v>
                </c:pt>
                <c:pt idx="98">
                  <c:v>841</c:v>
                </c:pt>
                <c:pt idx="99">
                  <c:v>841</c:v>
                </c:pt>
                <c:pt idx="100">
                  <c:v>841</c:v>
                </c:pt>
                <c:pt idx="101">
                  <c:v>841</c:v>
                </c:pt>
                <c:pt idx="102">
                  <c:v>841</c:v>
                </c:pt>
                <c:pt idx="103">
                  <c:v>839</c:v>
                </c:pt>
                <c:pt idx="104">
                  <c:v>820</c:v>
                </c:pt>
                <c:pt idx="105">
                  <c:v>820</c:v>
                </c:pt>
                <c:pt idx="106">
                  <c:v>820</c:v>
                </c:pt>
                <c:pt idx="107">
                  <c:v>820</c:v>
                </c:pt>
                <c:pt idx="108">
                  <c:v>820</c:v>
                </c:pt>
                <c:pt idx="109">
                  <c:v>820</c:v>
                </c:pt>
                <c:pt idx="110">
                  <c:v>820</c:v>
                </c:pt>
                <c:pt idx="111">
                  <c:v>820</c:v>
                </c:pt>
                <c:pt idx="112">
                  <c:v>820</c:v>
                </c:pt>
                <c:pt idx="113">
                  <c:v>820</c:v>
                </c:pt>
                <c:pt idx="114">
                  <c:v>820</c:v>
                </c:pt>
                <c:pt idx="115">
                  <c:v>820</c:v>
                </c:pt>
                <c:pt idx="116">
                  <c:v>820</c:v>
                </c:pt>
                <c:pt idx="117">
                  <c:v>820</c:v>
                </c:pt>
                <c:pt idx="118">
                  <c:v>820</c:v>
                </c:pt>
                <c:pt idx="119">
                  <c:v>820</c:v>
                </c:pt>
                <c:pt idx="120">
                  <c:v>820</c:v>
                </c:pt>
                <c:pt idx="121">
                  <c:v>820</c:v>
                </c:pt>
                <c:pt idx="122">
                  <c:v>820</c:v>
                </c:pt>
                <c:pt idx="123">
                  <c:v>820</c:v>
                </c:pt>
                <c:pt idx="124">
                  <c:v>820</c:v>
                </c:pt>
                <c:pt idx="125">
                  <c:v>820</c:v>
                </c:pt>
                <c:pt idx="126">
                  <c:v>820</c:v>
                </c:pt>
                <c:pt idx="127">
                  <c:v>820</c:v>
                </c:pt>
                <c:pt idx="128">
                  <c:v>820</c:v>
                </c:pt>
                <c:pt idx="129">
                  <c:v>820</c:v>
                </c:pt>
                <c:pt idx="130">
                  <c:v>820</c:v>
                </c:pt>
                <c:pt idx="131">
                  <c:v>820</c:v>
                </c:pt>
                <c:pt idx="132">
                  <c:v>820</c:v>
                </c:pt>
                <c:pt idx="133">
                  <c:v>820</c:v>
                </c:pt>
                <c:pt idx="134">
                  <c:v>820</c:v>
                </c:pt>
                <c:pt idx="135">
                  <c:v>799</c:v>
                </c:pt>
                <c:pt idx="136">
                  <c:v>799</c:v>
                </c:pt>
                <c:pt idx="137">
                  <c:v>799</c:v>
                </c:pt>
                <c:pt idx="138">
                  <c:v>799</c:v>
                </c:pt>
                <c:pt idx="139">
                  <c:v>799</c:v>
                </c:pt>
                <c:pt idx="140">
                  <c:v>799</c:v>
                </c:pt>
                <c:pt idx="141">
                  <c:v>799</c:v>
                </c:pt>
                <c:pt idx="142">
                  <c:v>799</c:v>
                </c:pt>
                <c:pt idx="143">
                  <c:v>799</c:v>
                </c:pt>
                <c:pt idx="144">
                  <c:v>799</c:v>
                </c:pt>
                <c:pt idx="145">
                  <c:v>799</c:v>
                </c:pt>
                <c:pt idx="146">
                  <c:v>799</c:v>
                </c:pt>
                <c:pt idx="147">
                  <c:v>799</c:v>
                </c:pt>
                <c:pt idx="148">
                  <c:v>799</c:v>
                </c:pt>
                <c:pt idx="149">
                  <c:v>799</c:v>
                </c:pt>
                <c:pt idx="150">
                  <c:v>799</c:v>
                </c:pt>
                <c:pt idx="151">
                  <c:v>799</c:v>
                </c:pt>
                <c:pt idx="152">
                  <c:v>799</c:v>
                </c:pt>
                <c:pt idx="153">
                  <c:v>799</c:v>
                </c:pt>
                <c:pt idx="154">
                  <c:v>799</c:v>
                </c:pt>
                <c:pt idx="155">
                  <c:v>799</c:v>
                </c:pt>
                <c:pt idx="156">
                  <c:v>799</c:v>
                </c:pt>
                <c:pt idx="157">
                  <c:v>799</c:v>
                </c:pt>
                <c:pt idx="158">
                  <c:v>799</c:v>
                </c:pt>
                <c:pt idx="159">
                  <c:v>799</c:v>
                </c:pt>
                <c:pt idx="160">
                  <c:v>799</c:v>
                </c:pt>
                <c:pt idx="161">
                  <c:v>799</c:v>
                </c:pt>
                <c:pt idx="162">
                  <c:v>799</c:v>
                </c:pt>
                <c:pt idx="163">
                  <c:v>784</c:v>
                </c:pt>
                <c:pt idx="164">
                  <c:v>778</c:v>
                </c:pt>
                <c:pt idx="165">
                  <c:v>779</c:v>
                </c:pt>
                <c:pt idx="166">
                  <c:v>779</c:v>
                </c:pt>
                <c:pt idx="167">
                  <c:v>779</c:v>
                </c:pt>
                <c:pt idx="168">
                  <c:v>778</c:v>
                </c:pt>
                <c:pt idx="169">
                  <c:v>778</c:v>
                </c:pt>
                <c:pt idx="170">
                  <c:v>779</c:v>
                </c:pt>
                <c:pt idx="171">
                  <c:v>781</c:v>
                </c:pt>
                <c:pt idx="172">
                  <c:v>779</c:v>
                </c:pt>
                <c:pt idx="173">
                  <c:v>779</c:v>
                </c:pt>
                <c:pt idx="174">
                  <c:v>779</c:v>
                </c:pt>
                <c:pt idx="175">
                  <c:v>780</c:v>
                </c:pt>
                <c:pt idx="176">
                  <c:v>780</c:v>
                </c:pt>
                <c:pt idx="177">
                  <c:v>779</c:v>
                </c:pt>
                <c:pt idx="178">
                  <c:v>781</c:v>
                </c:pt>
                <c:pt idx="179">
                  <c:v>781</c:v>
                </c:pt>
                <c:pt idx="180">
                  <c:v>780</c:v>
                </c:pt>
                <c:pt idx="181">
                  <c:v>778</c:v>
                </c:pt>
                <c:pt idx="182">
                  <c:v>779</c:v>
                </c:pt>
                <c:pt idx="183">
                  <c:v>780</c:v>
                </c:pt>
                <c:pt idx="184">
                  <c:v>779</c:v>
                </c:pt>
                <c:pt idx="185">
                  <c:v>780</c:v>
                </c:pt>
                <c:pt idx="186">
                  <c:v>780</c:v>
                </c:pt>
                <c:pt idx="187">
                  <c:v>780</c:v>
                </c:pt>
                <c:pt idx="188">
                  <c:v>779</c:v>
                </c:pt>
                <c:pt idx="189">
                  <c:v>781</c:v>
                </c:pt>
                <c:pt idx="190">
                  <c:v>781</c:v>
                </c:pt>
                <c:pt idx="191">
                  <c:v>780</c:v>
                </c:pt>
                <c:pt idx="192">
                  <c:v>779</c:v>
                </c:pt>
                <c:pt idx="193">
                  <c:v>780</c:v>
                </c:pt>
                <c:pt idx="194">
                  <c:v>759</c:v>
                </c:pt>
                <c:pt idx="195">
                  <c:v>758</c:v>
                </c:pt>
                <c:pt idx="196">
                  <c:v>760</c:v>
                </c:pt>
                <c:pt idx="197">
                  <c:v>760</c:v>
                </c:pt>
                <c:pt idx="198">
                  <c:v>760</c:v>
                </c:pt>
                <c:pt idx="199">
                  <c:v>760</c:v>
                </c:pt>
                <c:pt idx="200">
                  <c:v>760</c:v>
                </c:pt>
                <c:pt idx="201">
                  <c:v>760</c:v>
                </c:pt>
                <c:pt idx="202">
                  <c:v>760</c:v>
                </c:pt>
                <c:pt idx="203">
                  <c:v>760</c:v>
                </c:pt>
                <c:pt idx="204">
                  <c:v>760</c:v>
                </c:pt>
                <c:pt idx="205">
                  <c:v>760</c:v>
                </c:pt>
                <c:pt idx="206">
                  <c:v>760</c:v>
                </c:pt>
                <c:pt idx="207">
                  <c:v>760</c:v>
                </c:pt>
                <c:pt idx="208">
                  <c:v>760</c:v>
                </c:pt>
                <c:pt idx="209">
                  <c:v>760</c:v>
                </c:pt>
                <c:pt idx="210">
                  <c:v>760</c:v>
                </c:pt>
                <c:pt idx="211">
                  <c:v>760</c:v>
                </c:pt>
                <c:pt idx="212">
                  <c:v>759</c:v>
                </c:pt>
                <c:pt idx="213">
                  <c:v>760</c:v>
                </c:pt>
                <c:pt idx="214">
                  <c:v>760</c:v>
                </c:pt>
                <c:pt idx="215">
                  <c:v>760</c:v>
                </c:pt>
                <c:pt idx="216">
                  <c:v>760</c:v>
                </c:pt>
                <c:pt idx="217">
                  <c:v>760</c:v>
                </c:pt>
                <c:pt idx="218">
                  <c:v>760</c:v>
                </c:pt>
                <c:pt idx="219">
                  <c:v>760</c:v>
                </c:pt>
                <c:pt idx="220">
                  <c:v>760</c:v>
                </c:pt>
                <c:pt idx="221">
                  <c:v>760</c:v>
                </c:pt>
                <c:pt idx="222">
                  <c:v>760</c:v>
                </c:pt>
                <c:pt idx="223">
                  <c:v>759</c:v>
                </c:pt>
                <c:pt idx="224">
                  <c:v>760</c:v>
                </c:pt>
                <c:pt idx="225">
                  <c:v>760</c:v>
                </c:pt>
                <c:pt idx="226">
                  <c:v>739</c:v>
                </c:pt>
                <c:pt idx="227">
                  <c:v>739</c:v>
                </c:pt>
                <c:pt idx="228">
                  <c:v>739</c:v>
                </c:pt>
                <c:pt idx="229">
                  <c:v>739</c:v>
                </c:pt>
                <c:pt idx="230">
                  <c:v>739</c:v>
                </c:pt>
                <c:pt idx="231">
                  <c:v>739</c:v>
                </c:pt>
                <c:pt idx="232">
                  <c:v>740</c:v>
                </c:pt>
                <c:pt idx="233">
                  <c:v>739</c:v>
                </c:pt>
                <c:pt idx="234">
                  <c:v>740</c:v>
                </c:pt>
                <c:pt idx="235">
                  <c:v>740</c:v>
                </c:pt>
                <c:pt idx="236">
                  <c:v>740</c:v>
                </c:pt>
                <c:pt idx="237">
                  <c:v>740</c:v>
                </c:pt>
                <c:pt idx="238">
                  <c:v>739</c:v>
                </c:pt>
                <c:pt idx="239">
                  <c:v>739</c:v>
                </c:pt>
                <c:pt idx="240">
                  <c:v>740</c:v>
                </c:pt>
                <c:pt idx="241">
                  <c:v>740</c:v>
                </c:pt>
                <c:pt idx="242">
                  <c:v>741</c:v>
                </c:pt>
                <c:pt idx="243">
                  <c:v>741</c:v>
                </c:pt>
                <c:pt idx="244">
                  <c:v>740</c:v>
                </c:pt>
                <c:pt idx="245">
                  <c:v>740</c:v>
                </c:pt>
                <c:pt idx="246">
                  <c:v>740</c:v>
                </c:pt>
                <c:pt idx="247">
                  <c:v>741</c:v>
                </c:pt>
                <c:pt idx="248">
                  <c:v>740</c:v>
                </c:pt>
                <c:pt idx="249">
                  <c:v>741</c:v>
                </c:pt>
                <c:pt idx="250">
                  <c:v>741</c:v>
                </c:pt>
                <c:pt idx="251">
                  <c:v>741</c:v>
                </c:pt>
                <c:pt idx="252">
                  <c:v>741</c:v>
                </c:pt>
                <c:pt idx="253">
                  <c:v>740</c:v>
                </c:pt>
                <c:pt idx="254">
                  <c:v>742</c:v>
                </c:pt>
                <c:pt idx="255">
                  <c:v>740</c:v>
                </c:pt>
                <c:pt idx="256">
                  <c:v>721</c:v>
                </c:pt>
                <c:pt idx="257">
                  <c:v>721</c:v>
                </c:pt>
                <c:pt idx="258">
                  <c:v>721</c:v>
                </c:pt>
                <c:pt idx="259">
                  <c:v>721</c:v>
                </c:pt>
                <c:pt idx="260">
                  <c:v>721</c:v>
                </c:pt>
                <c:pt idx="261">
                  <c:v>721</c:v>
                </c:pt>
                <c:pt idx="262">
                  <c:v>721</c:v>
                </c:pt>
                <c:pt idx="263">
                  <c:v>721</c:v>
                </c:pt>
                <c:pt idx="264">
                  <c:v>721</c:v>
                </c:pt>
                <c:pt idx="265">
                  <c:v>721</c:v>
                </c:pt>
                <c:pt idx="266">
                  <c:v>721</c:v>
                </c:pt>
                <c:pt idx="267">
                  <c:v>721</c:v>
                </c:pt>
                <c:pt idx="268">
                  <c:v>721</c:v>
                </c:pt>
                <c:pt idx="269">
                  <c:v>721</c:v>
                </c:pt>
                <c:pt idx="270">
                  <c:v>721</c:v>
                </c:pt>
                <c:pt idx="271">
                  <c:v>721</c:v>
                </c:pt>
                <c:pt idx="272">
                  <c:v>721</c:v>
                </c:pt>
                <c:pt idx="273">
                  <c:v>721</c:v>
                </c:pt>
                <c:pt idx="274">
                  <c:v>721</c:v>
                </c:pt>
                <c:pt idx="275">
                  <c:v>721</c:v>
                </c:pt>
                <c:pt idx="276">
                  <c:v>721</c:v>
                </c:pt>
                <c:pt idx="277">
                  <c:v>721</c:v>
                </c:pt>
                <c:pt idx="278">
                  <c:v>721</c:v>
                </c:pt>
                <c:pt idx="279">
                  <c:v>721</c:v>
                </c:pt>
                <c:pt idx="280">
                  <c:v>721</c:v>
                </c:pt>
                <c:pt idx="281">
                  <c:v>721</c:v>
                </c:pt>
                <c:pt idx="282">
                  <c:v>721</c:v>
                </c:pt>
                <c:pt idx="283">
                  <c:v>721</c:v>
                </c:pt>
                <c:pt idx="284">
                  <c:v>721</c:v>
                </c:pt>
                <c:pt idx="285">
                  <c:v>721</c:v>
                </c:pt>
                <c:pt idx="286">
                  <c:v>714</c:v>
                </c:pt>
                <c:pt idx="287">
                  <c:v>703</c:v>
                </c:pt>
                <c:pt idx="288">
                  <c:v>703</c:v>
                </c:pt>
                <c:pt idx="289">
                  <c:v>703</c:v>
                </c:pt>
                <c:pt idx="290">
                  <c:v>702</c:v>
                </c:pt>
                <c:pt idx="291">
                  <c:v>703</c:v>
                </c:pt>
                <c:pt idx="292">
                  <c:v>703</c:v>
                </c:pt>
                <c:pt idx="293">
                  <c:v>703</c:v>
                </c:pt>
                <c:pt idx="294">
                  <c:v>703</c:v>
                </c:pt>
                <c:pt idx="295">
                  <c:v>703</c:v>
                </c:pt>
                <c:pt idx="296">
                  <c:v>703</c:v>
                </c:pt>
                <c:pt idx="297">
                  <c:v>703</c:v>
                </c:pt>
                <c:pt idx="298">
                  <c:v>703</c:v>
                </c:pt>
                <c:pt idx="299">
                  <c:v>703</c:v>
                </c:pt>
                <c:pt idx="300">
                  <c:v>703</c:v>
                </c:pt>
                <c:pt idx="301">
                  <c:v>703</c:v>
                </c:pt>
                <c:pt idx="302">
                  <c:v>703</c:v>
                </c:pt>
                <c:pt idx="303">
                  <c:v>703</c:v>
                </c:pt>
                <c:pt idx="304">
                  <c:v>703</c:v>
                </c:pt>
                <c:pt idx="305">
                  <c:v>703</c:v>
                </c:pt>
                <c:pt idx="306">
                  <c:v>703</c:v>
                </c:pt>
                <c:pt idx="307">
                  <c:v>703</c:v>
                </c:pt>
                <c:pt idx="308">
                  <c:v>703</c:v>
                </c:pt>
                <c:pt idx="309">
                  <c:v>703</c:v>
                </c:pt>
                <c:pt idx="310">
                  <c:v>703</c:v>
                </c:pt>
                <c:pt idx="311">
                  <c:v>703</c:v>
                </c:pt>
                <c:pt idx="312">
                  <c:v>703</c:v>
                </c:pt>
                <c:pt idx="313">
                  <c:v>703</c:v>
                </c:pt>
                <c:pt idx="314">
                  <c:v>703</c:v>
                </c:pt>
                <c:pt idx="315">
                  <c:v>703</c:v>
                </c:pt>
                <c:pt idx="316">
                  <c:v>700</c:v>
                </c:pt>
                <c:pt idx="317">
                  <c:v>682</c:v>
                </c:pt>
                <c:pt idx="318">
                  <c:v>682</c:v>
                </c:pt>
                <c:pt idx="319">
                  <c:v>682</c:v>
                </c:pt>
                <c:pt idx="320">
                  <c:v>683</c:v>
                </c:pt>
                <c:pt idx="321">
                  <c:v>683</c:v>
                </c:pt>
                <c:pt idx="322">
                  <c:v>684</c:v>
                </c:pt>
                <c:pt idx="323">
                  <c:v>683</c:v>
                </c:pt>
                <c:pt idx="324">
                  <c:v>683</c:v>
                </c:pt>
                <c:pt idx="325">
                  <c:v>683</c:v>
                </c:pt>
                <c:pt idx="326">
                  <c:v>683</c:v>
                </c:pt>
                <c:pt idx="327">
                  <c:v>683</c:v>
                </c:pt>
                <c:pt idx="328">
                  <c:v>683</c:v>
                </c:pt>
                <c:pt idx="329">
                  <c:v>683</c:v>
                </c:pt>
                <c:pt idx="330">
                  <c:v>683</c:v>
                </c:pt>
                <c:pt idx="331">
                  <c:v>682</c:v>
                </c:pt>
                <c:pt idx="332">
                  <c:v>682</c:v>
                </c:pt>
                <c:pt idx="333">
                  <c:v>685</c:v>
                </c:pt>
                <c:pt idx="334">
                  <c:v>684</c:v>
                </c:pt>
                <c:pt idx="335">
                  <c:v>683</c:v>
                </c:pt>
                <c:pt idx="336">
                  <c:v>684</c:v>
                </c:pt>
                <c:pt idx="337">
                  <c:v>684</c:v>
                </c:pt>
                <c:pt idx="338">
                  <c:v>685</c:v>
                </c:pt>
                <c:pt idx="339">
                  <c:v>685</c:v>
                </c:pt>
                <c:pt idx="340">
                  <c:v>685</c:v>
                </c:pt>
                <c:pt idx="341">
                  <c:v>684</c:v>
                </c:pt>
                <c:pt idx="342">
                  <c:v>683</c:v>
                </c:pt>
                <c:pt idx="343">
                  <c:v>684</c:v>
                </c:pt>
                <c:pt idx="344">
                  <c:v>685</c:v>
                </c:pt>
                <c:pt idx="345">
                  <c:v>683</c:v>
                </c:pt>
                <c:pt idx="346">
                  <c:v>682</c:v>
                </c:pt>
                <c:pt idx="347">
                  <c:v>682</c:v>
                </c:pt>
                <c:pt idx="348">
                  <c:v>664</c:v>
                </c:pt>
                <c:pt idx="349">
                  <c:v>664</c:v>
                </c:pt>
                <c:pt idx="350">
                  <c:v>664</c:v>
                </c:pt>
                <c:pt idx="351">
                  <c:v>664</c:v>
                </c:pt>
                <c:pt idx="352">
                  <c:v>664</c:v>
                </c:pt>
                <c:pt idx="353">
                  <c:v>664</c:v>
                </c:pt>
                <c:pt idx="354">
                  <c:v>664</c:v>
                </c:pt>
                <c:pt idx="355">
                  <c:v>664</c:v>
                </c:pt>
                <c:pt idx="356">
                  <c:v>664</c:v>
                </c:pt>
                <c:pt idx="357">
                  <c:v>664</c:v>
                </c:pt>
                <c:pt idx="358">
                  <c:v>664</c:v>
                </c:pt>
                <c:pt idx="359">
                  <c:v>664</c:v>
                </c:pt>
                <c:pt idx="360">
                  <c:v>664</c:v>
                </c:pt>
                <c:pt idx="361">
                  <c:v>664</c:v>
                </c:pt>
                <c:pt idx="362">
                  <c:v>664</c:v>
                </c:pt>
                <c:pt idx="363">
                  <c:v>664</c:v>
                </c:pt>
                <c:pt idx="364">
                  <c:v>664</c:v>
                </c:pt>
                <c:pt idx="365">
                  <c:v>664</c:v>
                </c:pt>
                <c:pt idx="366">
                  <c:v>664</c:v>
                </c:pt>
                <c:pt idx="367">
                  <c:v>664</c:v>
                </c:pt>
                <c:pt idx="368">
                  <c:v>664</c:v>
                </c:pt>
                <c:pt idx="369">
                  <c:v>664</c:v>
                </c:pt>
                <c:pt idx="370">
                  <c:v>664</c:v>
                </c:pt>
                <c:pt idx="371">
                  <c:v>664</c:v>
                </c:pt>
                <c:pt idx="372">
                  <c:v>664</c:v>
                </c:pt>
                <c:pt idx="373">
                  <c:v>664</c:v>
                </c:pt>
                <c:pt idx="374">
                  <c:v>664</c:v>
                </c:pt>
                <c:pt idx="375">
                  <c:v>664</c:v>
                </c:pt>
                <c:pt idx="376">
                  <c:v>661</c:v>
                </c:pt>
                <c:pt idx="377">
                  <c:v>643</c:v>
                </c:pt>
                <c:pt idx="378">
                  <c:v>643</c:v>
                </c:pt>
                <c:pt idx="379">
                  <c:v>643</c:v>
                </c:pt>
                <c:pt idx="380">
                  <c:v>643</c:v>
                </c:pt>
                <c:pt idx="381">
                  <c:v>643</c:v>
                </c:pt>
                <c:pt idx="382">
                  <c:v>645</c:v>
                </c:pt>
                <c:pt idx="383">
                  <c:v>645</c:v>
                </c:pt>
                <c:pt idx="384">
                  <c:v>644</c:v>
                </c:pt>
                <c:pt idx="385">
                  <c:v>644</c:v>
                </c:pt>
                <c:pt idx="386">
                  <c:v>644</c:v>
                </c:pt>
                <c:pt idx="387">
                  <c:v>644</c:v>
                </c:pt>
                <c:pt idx="388">
                  <c:v>644</c:v>
                </c:pt>
                <c:pt idx="389">
                  <c:v>644</c:v>
                </c:pt>
                <c:pt idx="390">
                  <c:v>644</c:v>
                </c:pt>
                <c:pt idx="391">
                  <c:v>645</c:v>
                </c:pt>
                <c:pt idx="392">
                  <c:v>644</c:v>
                </c:pt>
                <c:pt idx="393">
                  <c:v>644</c:v>
                </c:pt>
                <c:pt idx="394">
                  <c:v>645</c:v>
                </c:pt>
                <c:pt idx="395">
                  <c:v>643</c:v>
                </c:pt>
                <c:pt idx="396">
                  <c:v>645</c:v>
                </c:pt>
                <c:pt idx="397">
                  <c:v>644</c:v>
                </c:pt>
                <c:pt idx="398">
                  <c:v>644</c:v>
                </c:pt>
                <c:pt idx="399">
                  <c:v>644</c:v>
                </c:pt>
                <c:pt idx="400">
                  <c:v>643</c:v>
                </c:pt>
                <c:pt idx="401">
                  <c:v>643</c:v>
                </c:pt>
                <c:pt idx="402">
                  <c:v>644</c:v>
                </c:pt>
                <c:pt idx="403">
                  <c:v>644</c:v>
                </c:pt>
                <c:pt idx="404">
                  <c:v>643</c:v>
                </c:pt>
                <c:pt idx="405">
                  <c:v>645</c:v>
                </c:pt>
                <c:pt idx="406">
                  <c:v>643</c:v>
                </c:pt>
                <c:pt idx="407">
                  <c:v>643</c:v>
                </c:pt>
                <c:pt idx="408">
                  <c:v>622</c:v>
                </c:pt>
                <c:pt idx="409">
                  <c:v>622</c:v>
                </c:pt>
                <c:pt idx="410">
                  <c:v>622</c:v>
                </c:pt>
                <c:pt idx="411">
                  <c:v>622</c:v>
                </c:pt>
                <c:pt idx="412">
                  <c:v>622</c:v>
                </c:pt>
                <c:pt idx="413">
                  <c:v>622</c:v>
                </c:pt>
                <c:pt idx="414">
                  <c:v>622</c:v>
                </c:pt>
                <c:pt idx="415">
                  <c:v>622</c:v>
                </c:pt>
                <c:pt idx="416">
                  <c:v>622</c:v>
                </c:pt>
                <c:pt idx="417">
                  <c:v>623</c:v>
                </c:pt>
                <c:pt idx="418">
                  <c:v>622</c:v>
                </c:pt>
                <c:pt idx="419">
                  <c:v>622</c:v>
                </c:pt>
                <c:pt idx="420">
                  <c:v>622</c:v>
                </c:pt>
                <c:pt idx="421">
                  <c:v>622</c:v>
                </c:pt>
                <c:pt idx="422">
                  <c:v>622</c:v>
                </c:pt>
                <c:pt idx="423">
                  <c:v>622</c:v>
                </c:pt>
                <c:pt idx="424">
                  <c:v>622</c:v>
                </c:pt>
                <c:pt idx="425">
                  <c:v>622</c:v>
                </c:pt>
                <c:pt idx="426">
                  <c:v>622</c:v>
                </c:pt>
                <c:pt idx="427">
                  <c:v>622</c:v>
                </c:pt>
                <c:pt idx="428">
                  <c:v>622</c:v>
                </c:pt>
                <c:pt idx="429">
                  <c:v>622</c:v>
                </c:pt>
                <c:pt idx="430">
                  <c:v>622</c:v>
                </c:pt>
                <c:pt idx="431">
                  <c:v>622</c:v>
                </c:pt>
                <c:pt idx="432">
                  <c:v>622</c:v>
                </c:pt>
                <c:pt idx="433">
                  <c:v>622</c:v>
                </c:pt>
                <c:pt idx="434">
                  <c:v>622</c:v>
                </c:pt>
                <c:pt idx="435">
                  <c:v>622</c:v>
                </c:pt>
                <c:pt idx="436">
                  <c:v>622</c:v>
                </c:pt>
                <c:pt idx="437">
                  <c:v>619</c:v>
                </c:pt>
                <c:pt idx="438">
                  <c:v>619</c:v>
                </c:pt>
                <c:pt idx="439">
                  <c:v>619</c:v>
                </c:pt>
                <c:pt idx="440">
                  <c:v>598</c:v>
                </c:pt>
                <c:pt idx="441">
                  <c:v>599</c:v>
                </c:pt>
                <c:pt idx="442">
                  <c:v>601</c:v>
                </c:pt>
                <c:pt idx="443">
                  <c:v>601</c:v>
                </c:pt>
                <c:pt idx="444">
                  <c:v>601</c:v>
                </c:pt>
                <c:pt idx="445">
                  <c:v>601</c:v>
                </c:pt>
                <c:pt idx="446">
                  <c:v>601</c:v>
                </c:pt>
                <c:pt idx="447">
                  <c:v>600</c:v>
                </c:pt>
                <c:pt idx="448">
                  <c:v>601</c:v>
                </c:pt>
                <c:pt idx="449">
                  <c:v>601</c:v>
                </c:pt>
                <c:pt idx="450">
                  <c:v>601</c:v>
                </c:pt>
                <c:pt idx="451">
                  <c:v>601</c:v>
                </c:pt>
                <c:pt idx="452">
                  <c:v>601</c:v>
                </c:pt>
                <c:pt idx="453">
                  <c:v>601</c:v>
                </c:pt>
                <c:pt idx="454">
                  <c:v>601</c:v>
                </c:pt>
                <c:pt idx="455">
                  <c:v>601</c:v>
                </c:pt>
                <c:pt idx="456">
                  <c:v>602</c:v>
                </c:pt>
                <c:pt idx="457">
                  <c:v>602</c:v>
                </c:pt>
                <c:pt idx="458">
                  <c:v>603</c:v>
                </c:pt>
                <c:pt idx="459">
                  <c:v>601</c:v>
                </c:pt>
                <c:pt idx="460">
                  <c:v>601</c:v>
                </c:pt>
                <c:pt idx="461">
                  <c:v>602</c:v>
                </c:pt>
                <c:pt idx="462">
                  <c:v>603</c:v>
                </c:pt>
                <c:pt idx="463">
                  <c:v>603</c:v>
                </c:pt>
                <c:pt idx="464">
                  <c:v>602</c:v>
                </c:pt>
                <c:pt idx="465">
                  <c:v>602</c:v>
                </c:pt>
                <c:pt idx="466">
                  <c:v>603</c:v>
                </c:pt>
                <c:pt idx="467">
                  <c:v>598</c:v>
                </c:pt>
                <c:pt idx="468">
                  <c:v>577</c:v>
                </c:pt>
                <c:pt idx="469">
                  <c:v>577</c:v>
                </c:pt>
                <c:pt idx="470">
                  <c:v>579</c:v>
                </c:pt>
                <c:pt idx="471">
                  <c:v>580</c:v>
                </c:pt>
                <c:pt idx="472">
                  <c:v>580</c:v>
                </c:pt>
                <c:pt idx="473">
                  <c:v>580</c:v>
                </c:pt>
                <c:pt idx="474">
                  <c:v>580</c:v>
                </c:pt>
                <c:pt idx="475">
                  <c:v>580</c:v>
                </c:pt>
                <c:pt idx="476">
                  <c:v>580</c:v>
                </c:pt>
                <c:pt idx="477">
                  <c:v>580</c:v>
                </c:pt>
                <c:pt idx="478">
                  <c:v>580</c:v>
                </c:pt>
                <c:pt idx="479">
                  <c:v>580</c:v>
                </c:pt>
                <c:pt idx="480">
                  <c:v>580</c:v>
                </c:pt>
                <c:pt idx="481">
                  <c:v>580</c:v>
                </c:pt>
                <c:pt idx="482">
                  <c:v>580</c:v>
                </c:pt>
                <c:pt idx="483">
                  <c:v>580</c:v>
                </c:pt>
                <c:pt idx="484">
                  <c:v>580</c:v>
                </c:pt>
                <c:pt idx="485">
                  <c:v>580</c:v>
                </c:pt>
                <c:pt idx="486">
                  <c:v>580</c:v>
                </c:pt>
                <c:pt idx="487">
                  <c:v>580</c:v>
                </c:pt>
                <c:pt idx="488">
                  <c:v>580</c:v>
                </c:pt>
                <c:pt idx="489">
                  <c:v>580</c:v>
                </c:pt>
                <c:pt idx="490">
                  <c:v>580</c:v>
                </c:pt>
                <c:pt idx="491">
                  <c:v>580</c:v>
                </c:pt>
                <c:pt idx="492">
                  <c:v>580</c:v>
                </c:pt>
                <c:pt idx="493">
                  <c:v>581</c:v>
                </c:pt>
                <c:pt idx="494">
                  <c:v>580</c:v>
                </c:pt>
                <c:pt idx="495">
                  <c:v>580</c:v>
                </c:pt>
                <c:pt idx="496">
                  <c:v>580</c:v>
                </c:pt>
                <c:pt idx="497">
                  <c:v>580</c:v>
                </c:pt>
                <c:pt idx="498">
                  <c:v>574</c:v>
                </c:pt>
                <c:pt idx="499">
                  <c:v>555</c:v>
                </c:pt>
                <c:pt idx="500">
                  <c:v>556</c:v>
                </c:pt>
                <c:pt idx="501">
                  <c:v>556</c:v>
                </c:pt>
                <c:pt idx="502">
                  <c:v>556</c:v>
                </c:pt>
                <c:pt idx="503">
                  <c:v>556</c:v>
                </c:pt>
                <c:pt idx="504">
                  <c:v>556</c:v>
                </c:pt>
                <c:pt idx="505">
                  <c:v>556</c:v>
                </c:pt>
                <c:pt idx="506">
                  <c:v>557</c:v>
                </c:pt>
                <c:pt idx="507">
                  <c:v>558</c:v>
                </c:pt>
                <c:pt idx="508">
                  <c:v>559</c:v>
                </c:pt>
                <c:pt idx="509">
                  <c:v>559</c:v>
                </c:pt>
                <c:pt idx="510">
                  <c:v>559</c:v>
                </c:pt>
                <c:pt idx="511">
                  <c:v>558</c:v>
                </c:pt>
                <c:pt idx="512">
                  <c:v>559</c:v>
                </c:pt>
                <c:pt idx="513">
                  <c:v>558</c:v>
                </c:pt>
                <c:pt idx="514">
                  <c:v>558</c:v>
                </c:pt>
                <c:pt idx="515">
                  <c:v>559</c:v>
                </c:pt>
                <c:pt idx="516">
                  <c:v>557</c:v>
                </c:pt>
                <c:pt idx="517">
                  <c:v>559</c:v>
                </c:pt>
                <c:pt idx="518">
                  <c:v>559</c:v>
                </c:pt>
                <c:pt idx="519">
                  <c:v>559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B06E-48A9-BD24-8F2C837CF42F}"/>
            </c:ext>
          </c:extLst>
        </c:ser>
        <c:ser>
          <c:idx val="16"/>
          <c:order val="16"/>
          <c:tx>
            <c:strRef>
              <c:f>Sheet1!$AC$1</c:f>
              <c:strCache>
                <c:ptCount val="1"/>
                <c:pt idx="0">
                  <c:v>cell17</c:v>
                </c:pt>
              </c:strCache>
            </c:strRef>
          </c:tx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Sheet1!$AC$2:$AC$521</c:f>
              <c:numCache>
                <c:formatCode>General</c:formatCode>
                <c:ptCount val="520"/>
                <c:pt idx="0">
                  <c:v>960</c:v>
                </c:pt>
                <c:pt idx="1">
                  <c:v>959</c:v>
                </c:pt>
                <c:pt idx="2">
                  <c:v>959</c:v>
                </c:pt>
                <c:pt idx="3">
                  <c:v>959</c:v>
                </c:pt>
                <c:pt idx="4">
                  <c:v>959</c:v>
                </c:pt>
                <c:pt idx="5">
                  <c:v>959</c:v>
                </c:pt>
                <c:pt idx="6">
                  <c:v>959</c:v>
                </c:pt>
                <c:pt idx="7">
                  <c:v>958</c:v>
                </c:pt>
                <c:pt idx="8">
                  <c:v>957</c:v>
                </c:pt>
                <c:pt idx="9">
                  <c:v>956</c:v>
                </c:pt>
                <c:pt idx="10">
                  <c:v>886</c:v>
                </c:pt>
                <c:pt idx="11">
                  <c:v>887</c:v>
                </c:pt>
                <c:pt idx="12">
                  <c:v>887</c:v>
                </c:pt>
                <c:pt idx="13">
                  <c:v>887</c:v>
                </c:pt>
                <c:pt idx="14">
                  <c:v>886</c:v>
                </c:pt>
                <c:pt idx="15">
                  <c:v>886</c:v>
                </c:pt>
                <c:pt idx="16">
                  <c:v>886</c:v>
                </c:pt>
                <c:pt idx="17">
                  <c:v>887</c:v>
                </c:pt>
                <c:pt idx="18">
                  <c:v>886</c:v>
                </c:pt>
                <c:pt idx="19">
                  <c:v>887</c:v>
                </c:pt>
                <c:pt idx="20">
                  <c:v>887</c:v>
                </c:pt>
                <c:pt idx="21">
                  <c:v>886</c:v>
                </c:pt>
                <c:pt idx="22">
                  <c:v>887</c:v>
                </c:pt>
                <c:pt idx="23">
                  <c:v>887</c:v>
                </c:pt>
                <c:pt idx="24">
                  <c:v>886</c:v>
                </c:pt>
                <c:pt idx="25">
                  <c:v>887</c:v>
                </c:pt>
                <c:pt idx="26">
                  <c:v>887</c:v>
                </c:pt>
                <c:pt idx="27">
                  <c:v>886</c:v>
                </c:pt>
                <c:pt idx="28">
                  <c:v>887</c:v>
                </c:pt>
                <c:pt idx="29">
                  <c:v>887</c:v>
                </c:pt>
                <c:pt idx="30">
                  <c:v>886</c:v>
                </c:pt>
                <c:pt idx="31">
                  <c:v>887</c:v>
                </c:pt>
                <c:pt idx="32">
                  <c:v>887</c:v>
                </c:pt>
                <c:pt idx="33">
                  <c:v>887</c:v>
                </c:pt>
                <c:pt idx="34">
                  <c:v>887</c:v>
                </c:pt>
                <c:pt idx="35">
                  <c:v>887</c:v>
                </c:pt>
                <c:pt idx="36">
                  <c:v>887</c:v>
                </c:pt>
                <c:pt idx="37">
                  <c:v>887</c:v>
                </c:pt>
                <c:pt idx="38">
                  <c:v>887</c:v>
                </c:pt>
                <c:pt idx="39">
                  <c:v>887</c:v>
                </c:pt>
                <c:pt idx="40">
                  <c:v>887</c:v>
                </c:pt>
                <c:pt idx="41">
                  <c:v>863</c:v>
                </c:pt>
                <c:pt idx="42">
                  <c:v>863</c:v>
                </c:pt>
                <c:pt idx="43">
                  <c:v>863</c:v>
                </c:pt>
                <c:pt idx="44">
                  <c:v>865</c:v>
                </c:pt>
                <c:pt idx="45">
                  <c:v>864</c:v>
                </c:pt>
                <c:pt idx="46">
                  <c:v>866</c:v>
                </c:pt>
                <c:pt idx="47">
                  <c:v>864</c:v>
                </c:pt>
                <c:pt idx="48">
                  <c:v>864</c:v>
                </c:pt>
                <c:pt idx="49">
                  <c:v>864</c:v>
                </c:pt>
                <c:pt idx="50">
                  <c:v>864</c:v>
                </c:pt>
                <c:pt idx="51">
                  <c:v>865</c:v>
                </c:pt>
                <c:pt idx="52">
                  <c:v>865</c:v>
                </c:pt>
                <c:pt idx="53">
                  <c:v>864</c:v>
                </c:pt>
                <c:pt idx="54">
                  <c:v>865</c:v>
                </c:pt>
                <c:pt idx="55">
                  <c:v>865</c:v>
                </c:pt>
                <c:pt idx="56">
                  <c:v>865</c:v>
                </c:pt>
                <c:pt idx="57">
                  <c:v>864</c:v>
                </c:pt>
                <c:pt idx="58">
                  <c:v>865</c:v>
                </c:pt>
                <c:pt idx="59">
                  <c:v>864</c:v>
                </c:pt>
                <c:pt idx="60">
                  <c:v>866</c:v>
                </c:pt>
                <c:pt idx="61">
                  <c:v>865</c:v>
                </c:pt>
                <c:pt idx="62">
                  <c:v>864</c:v>
                </c:pt>
                <c:pt idx="63">
                  <c:v>865</c:v>
                </c:pt>
                <c:pt idx="64">
                  <c:v>864</c:v>
                </c:pt>
                <c:pt idx="65">
                  <c:v>866</c:v>
                </c:pt>
                <c:pt idx="66">
                  <c:v>865</c:v>
                </c:pt>
                <c:pt idx="67">
                  <c:v>864</c:v>
                </c:pt>
                <c:pt idx="68">
                  <c:v>864</c:v>
                </c:pt>
                <c:pt idx="69">
                  <c:v>864</c:v>
                </c:pt>
                <c:pt idx="70">
                  <c:v>864</c:v>
                </c:pt>
                <c:pt idx="71">
                  <c:v>865</c:v>
                </c:pt>
                <c:pt idx="72">
                  <c:v>843</c:v>
                </c:pt>
                <c:pt idx="73">
                  <c:v>843</c:v>
                </c:pt>
                <c:pt idx="74">
                  <c:v>843</c:v>
                </c:pt>
                <c:pt idx="75">
                  <c:v>843</c:v>
                </c:pt>
                <c:pt idx="76">
                  <c:v>843</c:v>
                </c:pt>
                <c:pt idx="77">
                  <c:v>843</c:v>
                </c:pt>
                <c:pt idx="78">
                  <c:v>843</c:v>
                </c:pt>
                <c:pt idx="79">
                  <c:v>843</c:v>
                </c:pt>
                <c:pt idx="80">
                  <c:v>843</c:v>
                </c:pt>
                <c:pt idx="81">
                  <c:v>843</c:v>
                </c:pt>
                <c:pt idx="82">
                  <c:v>843</c:v>
                </c:pt>
                <c:pt idx="83">
                  <c:v>843</c:v>
                </c:pt>
                <c:pt idx="84">
                  <c:v>843</c:v>
                </c:pt>
                <c:pt idx="85">
                  <c:v>843</c:v>
                </c:pt>
                <c:pt idx="86">
                  <c:v>843</c:v>
                </c:pt>
                <c:pt idx="87">
                  <c:v>843</c:v>
                </c:pt>
                <c:pt idx="88">
                  <c:v>843</c:v>
                </c:pt>
                <c:pt idx="89">
                  <c:v>843</c:v>
                </c:pt>
                <c:pt idx="90">
                  <c:v>843</c:v>
                </c:pt>
                <c:pt idx="91">
                  <c:v>843</c:v>
                </c:pt>
                <c:pt idx="92">
                  <c:v>843</c:v>
                </c:pt>
                <c:pt idx="93">
                  <c:v>843</c:v>
                </c:pt>
                <c:pt idx="94">
                  <c:v>843</c:v>
                </c:pt>
                <c:pt idx="95">
                  <c:v>843</c:v>
                </c:pt>
                <c:pt idx="96">
                  <c:v>843</c:v>
                </c:pt>
                <c:pt idx="97">
                  <c:v>843</c:v>
                </c:pt>
                <c:pt idx="98">
                  <c:v>845</c:v>
                </c:pt>
                <c:pt idx="99">
                  <c:v>843</c:v>
                </c:pt>
                <c:pt idx="100">
                  <c:v>843</c:v>
                </c:pt>
                <c:pt idx="101">
                  <c:v>843</c:v>
                </c:pt>
                <c:pt idx="102">
                  <c:v>843</c:v>
                </c:pt>
                <c:pt idx="103">
                  <c:v>841</c:v>
                </c:pt>
                <c:pt idx="104">
                  <c:v>822</c:v>
                </c:pt>
                <c:pt idx="105">
                  <c:v>822</c:v>
                </c:pt>
                <c:pt idx="106">
                  <c:v>822</c:v>
                </c:pt>
                <c:pt idx="107">
                  <c:v>822</c:v>
                </c:pt>
                <c:pt idx="108">
                  <c:v>822</c:v>
                </c:pt>
                <c:pt idx="109">
                  <c:v>822</c:v>
                </c:pt>
                <c:pt idx="110">
                  <c:v>822</c:v>
                </c:pt>
                <c:pt idx="111">
                  <c:v>822</c:v>
                </c:pt>
                <c:pt idx="112">
                  <c:v>822</c:v>
                </c:pt>
                <c:pt idx="113">
                  <c:v>822</c:v>
                </c:pt>
                <c:pt idx="114">
                  <c:v>822</c:v>
                </c:pt>
                <c:pt idx="115">
                  <c:v>823</c:v>
                </c:pt>
                <c:pt idx="116">
                  <c:v>822</c:v>
                </c:pt>
                <c:pt idx="117">
                  <c:v>822</c:v>
                </c:pt>
                <c:pt idx="118">
                  <c:v>822</c:v>
                </c:pt>
                <c:pt idx="119">
                  <c:v>822</c:v>
                </c:pt>
                <c:pt idx="120">
                  <c:v>822</c:v>
                </c:pt>
                <c:pt idx="121">
                  <c:v>822</c:v>
                </c:pt>
                <c:pt idx="122">
                  <c:v>823</c:v>
                </c:pt>
                <c:pt idx="123">
                  <c:v>822</c:v>
                </c:pt>
                <c:pt idx="124">
                  <c:v>822</c:v>
                </c:pt>
                <c:pt idx="125">
                  <c:v>822</c:v>
                </c:pt>
                <c:pt idx="126">
                  <c:v>822</c:v>
                </c:pt>
                <c:pt idx="127">
                  <c:v>822</c:v>
                </c:pt>
                <c:pt idx="128">
                  <c:v>822</c:v>
                </c:pt>
                <c:pt idx="129">
                  <c:v>822</c:v>
                </c:pt>
                <c:pt idx="130">
                  <c:v>822</c:v>
                </c:pt>
                <c:pt idx="131">
                  <c:v>822</c:v>
                </c:pt>
                <c:pt idx="132">
                  <c:v>822</c:v>
                </c:pt>
                <c:pt idx="133">
                  <c:v>822</c:v>
                </c:pt>
                <c:pt idx="134">
                  <c:v>822</c:v>
                </c:pt>
                <c:pt idx="135">
                  <c:v>801</c:v>
                </c:pt>
                <c:pt idx="136">
                  <c:v>801</c:v>
                </c:pt>
                <c:pt idx="137">
                  <c:v>801</c:v>
                </c:pt>
                <c:pt idx="138">
                  <c:v>801</c:v>
                </c:pt>
                <c:pt idx="139">
                  <c:v>801</c:v>
                </c:pt>
                <c:pt idx="140">
                  <c:v>801</c:v>
                </c:pt>
                <c:pt idx="141">
                  <c:v>801</c:v>
                </c:pt>
                <c:pt idx="142">
                  <c:v>801</c:v>
                </c:pt>
                <c:pt idx="143">
                  <c:v>801</c:v>
                </c:pt>
                <c:pt idx="144">
                  <c:v>801</c:v>
                </c:pt>
                <c:pt idx="145">
                  <c:v>801</c:v>
                </c:pt>
                <c:pt idx="146">
                  <c:v>801</c:v>
                </c:pt>
                <c:pt idx="147">
                  <c:v>801</c:v>
                </c:pt>
                <c:pt idx="148">
                  <c:v>801</c:v>
                </c:pt>
                <c:pt idx="149">
                  <c:v>801</c:v>
                </c:pt>
                <c:pt idx="150">
                  <c:v>801</c:v>
                </c:pt>
                <c:pt idx="151">
                  <c:v>801</c:v>
                </c:pt>
                <c:pt idx="152">
                  <c:v>801</c:v>
                </c:pt>
                <c:pt idx="153">
                  <c:v>801</c:v>
                </c:pt>
                <c:pt idx="154">
                  <c:v>801</c:v>
                </c:pt>
                <c:pt idx="155">
                  <c:v>801</c:v>
                </c:pt>
                <c:pt idx="156">
                  <c:v>801</c:v>
                </c:pt>
                <c:pt idx="157">
                  <c:v>801</c:v>
                </c:pt>
                <c:pt idx="158">
                  <c:v>801</c:v>
                </c:pt>
                <c:pt idx="159">
                  <c:v>801</c:v>
                </c:pt>
                <c:pt idx="160">
                  <c:v>801</c:v>
                </c:pt>
                <c:pt idx="161">
                  <c:v>801</c:v>
                </c:pt>
                <c:pt idx="162">
                  <c:v>801</c:v>
                </c:pt>
                <c:pt idx="163">
                  <c:v>786</c:v>
                </c:pt>
                <c:pt idx="164">
                  <c:v>780</c:v>
                </c:pt>
                <c:pt idx="165">
                  <c:v>780</c:v>
                </c:pt>
                <c:pt idx="166">
                  <c:v>780</c:v>
                </c:pt>
                <c:pt idx="167">
                  <c:v>780</c:v>
                </c:pt>
                <c:pt idx="168">
                  <c:v>780</c:v>
                </c:pt>
                <c:pt idx="169">
                  <c:v>780</c:v>
                </c:pt>
                <c:pt idx="170">
                  <c:v>780</c:v>
                </c:pt>
                <c:pt idx="171">
                  <c:v>780</c:v>
                </c:pt>
                <c:pt idx="172">
                  <c:v>780</c:v>
                </c:pt>
                <c:pt idx="173">
                  <c:v>780</c:v>
                </c:pt>
                <c:pt idx="174">
                  <c:v>780</c:v>
                </c:pt>
                <c:pt idx="175">
                  <c:v>780</c:v>
                </c:pt>
                <c:pt idx="176">
                  <c:v>780</c:v>
                </c:pt>
                <c:pt idx="177">
                  <c:v>780</c:v>
                </c:pt>
                <c:pt idx="178">
                  <c:v>780</c:v>
                </c:pt>
                <c:pt idx="179">
                  <c:v>780</c:v>
                </c:pt>
                <c:pt idx="180">
                  <c:v>780</c:v>
                </c:pt>
                <c:pt idx="181">
                  <c:v>780</c:v>
                </c:pt>
                <c:pt idx="182">
                  <c:v>781</c:v>
                </c:pt>
                <c:pt idx="183">
                  <c:v>780</c:v>
                </c:pt>
                <c:pt idx="184">
                  <c:v>780</c:v>
                </c:pt>
                <c:pt idx="185">
                  <c:v>780</c:v>
                </c:pt>
                <c:pt idx="186">
                  <c:v>780</c:v>
                </c:pt>
                <c:pt idx="187">
                  <c:v>780</c:v>
                </c:pt>
                <c:pt idx="188">
                  <c:v>780</c:v>
                </c:pt>
                <c:pt idx="189">
                  <c:v>780</c:v>
                </c:pt>
                <c:pt idx="190">
                  <c:v>780</c:v>
                </c:pt>
                <c:pt idx="191">
                  <c:v>781</c:v>
                </c:pt>
                <c:pt idx="192">
                  <c:v>780</c:v>
                </c:pt>
                <c:pt idx="193">
                  <c:v>780</c:v>
                </c:pt>
                <c:pt idx="194">
                  <c:v>761</c:v>
                </c:pt>
                <c:pt idx="195">
                  <c:v>762</c:v>
                </c:pt>
                <c:pt idx="196">
                  <c:v>762</c:v>
                </c:pt>
                <c:pt idx="197">
                  <c:v>761</c:v>
                </c:pt>
                <c:pt idx="198">
                  <c:v>762</c:v>
                </c:pt>
                <c:pt idx="199">
                  <c:v>762</c:v>
                </c:pt>
                <c:pt idx="200">
                  <c:v>762</c:v>
                </c:pt>
                <c:pt idx="201">
                  <c:v>762</c:v>
                </c:pt>
                <c:pt idx="202">
                  <c:v>762</c:v>
                </c:pt>
                <c:pt idx="203">
                  <c:v>762</c:v>
                </c:pt>
                <c:pt idx="204">
                  <c:v>762</c:v>
                </c:pt>
                <c:pt idx="205">
                  <c:v>762</c:v>
                </c:pt>
                <c:pt idx="206">
                  <c:v>762</c:v>
                </c:pt>
                <c:pt idx="207">
                  <c:v>762</c:v>
                </c:pt>
                <c:pt idx="208">
                  <c:v>762</c:v>
                </c:pt>
                <c:pt idx="209">
                  <c:v>762</c:v>
                </c:pt>
                <c:pt idx="210">
                  <c:v>762</c:v>
                </c:pt>
                <c:pt idx="211">
                  <c:v>762</c:v>
                </c:pt>
                <c:pt idx="212">
                  <c:v>762</c:v>
                </c:pt>
                <c:pt idx="213">
                  <c:v>762</c:v>
                </c:pt>
                <c:pt idx="214">
                  <c:v>762</c:v>
                </c:pt>
                <c:pt idx="215">
                  <c:v>762</c:v>
                </c:pt>
                <c:pt idx="216">
                  <c:v>762</c:v>
                </c:pt>
                <c:pt idx="217">
                  <c:v>762</c:v>
                </c:pt>
                <c:pt idx="218">
                  <c:v>762</c:v>
                </c:pt>
                <c:pt idx="219">
                  <c:v>762</c:v>
                </c:pt>
                <c:pt idx="220">
                  <c:v>762</c:v>
                </c:pt>
                <c:pt idx="221">
                  <c:v>762</c:v>
                </c:pt>
                <c:pt idx="222">
                  <c:v>762</c:v>
                </c:pt>
                <c:pt idx="223">
                  <c:v>762</c:v>
                </c:pt>
                <c:pt idx="224">
                  <c:v>762</c:v>
                </c:pt>
                <c:pt idx="225">
                  <c:v>762</c:v>
                </c:pt>
                <c:pt idx="226">
                  <c:v>741</c:v>
                </c:pt>
                <c:pt idx="227">
                  <c:v>741</c:v>
                </c:pt>
                <c:pt idx="228">
                  <c:v>741</c:v>
                </c:pt>
                <c:pt idx="229">
                  <c:v>741</c:v>
                </c:pt>
                <c:pt idx="230">
                  <c:v>741</c:v>
                </c:pt>
                <c:pt idx="231">
                  <c:v>741</c:v>
                </c:pt>
                <c:pt idx="232">
                  <c:v>741</c:v>
                </c:pt>
                <c:pt idx="233">
                  <c:v>741</c:v>
                </c:pt>
                <c:pt idx="234">
                  <c:v>741</c:v>
                </c:pt>
                <c:pt idx="235">
                  <c:v>741</c:v>
                </c:pt>
                <c:pt idx="236">
                  <c:v>741</c:v>
                </c:pt>
                <c:pt idx="237">
                  <c:v>741</c:v>
                </c:pt>
                <c:pt idx="238">
                  <c:v>741</c:v>
                </c:pt>
                <c:pt idx="239">
                  <c:v>741</c:v>
                </c:pt>
                <c:pt idx="240">
                  <c:v>741</c:v>
                </c:pt>
                <c:pt idx="241">
                  <c:v>741</c:v>
                </c:pt>
                <c:pt idx="242">
                  <c:v>741</c:v>
                </c:pt>
                <c:pt idx="243">
                  <c:v>742</c:v>
                </c:pt>
                <c:pt idx="244">
                  <c:v>741</c:v>
                </c:pt>
                <c:pt idx="245">
                  <c:v>741</c:v>
                </c:pt>
                <c:pt idx="246">
                  <c:v>741</c:v>
                </c:pt>
                <c:pt idx="247">
                  <c:v>741</c:v>
                </c:pt>
                <c:pt idx="248">
                  <c:v>741</c:v>
                </c:pt>
                <c:pt idx="249">
                  <c:v>741</c:v>
                </c:pt>
                <c:pt idx="250">
                  <c:v>741</c:v>
                </c:pt>
                <c:pt idx="251">
                  <c:v>741</c:v>
                </c:pt>
                <c:pt idx="252">
                  <c:v>741</c:v>
                </c:pt>
                <c:pt idx="253">
                  <c:v>741</c:v>
                </c:pt>
                <c:pt idx="254">
                  <c:v>742</c:v>
                </c:pt>
                <c:pt idx="255">
                  <c:v>742</c:v>
                </c:pt>
                <c:pt idx="256">
                  <c:v>723</c:v>
                </c:pt>
                <c:pt idx="257">
                  <c:v>723</c:v>
                </c:pt>
                <c:pt idx="258">
                  <c:v>723</c:v>
                </c:pt>
                <c:pt idx="259">
                  <c:v>723</c:v>
                </c:pt>
                <c:pt idx="260">
                  <c:v>723</c:v>
                </c:pt>
                <c:pt idx="261">
                  <c:v>723</c:v>
                </c:pt>
                <c:pt idx="262">
                  <c:v>723</c:v>
                </c:pt>
                <c:pt idx="263">
                  <c:v>723</c:v>
                </c:pt>
                <c:pt idx="264">
                  <c:v>723</c:v>
                </c:pt>
                <c:pt idx="265">
                  <c:v>723</c:v>
                </c:pt>
                <c:pt idx="266">
                  <c:v>723</c:v>
                </c:pt>
                <c:pt idx="267">
                  <c:v>723</c:v>
                </c:pt>
                <c:pt idx="268">
                  <c:v>723</c:v>
                </c:pt>
                <c:pt idx="269">
                  <c:v>723</c:v>
                </c:pt>
                <c:pt idx="270">
                  <c:v>723</c:v>
                </c:pt>
                <c:pt idx="271">
                  <c:v>723</c:v>
                </c:pt>
                <c:pt idx="272">
                  <c:v>723</c:v>
                </c:pt>
                <c:pt idx="273">
                  <c:v>723</c:v>
                </c:pt>
                <c:pt idx="274">
                  <c:v>723</c:v>
                </c:pt>
                <c:pt idx="275">
                  <c:v>723</c:v>
                </c:pt>
                <c:pt idx="276">
                  <c:v>723</c:v>
                </c:pt>
                <c:pt idx="277">
                  <c:v>723</c:v>
                </c:pt>
                <c:pt idx="278">
                  <c:v>723</c:v>
                </c:pt>
                <c:pt idx="279">
                  <c:v>723</c:v>
                </c:pt>
                <c:pt idx="280">
                  <c:v>723</c:v>
                </c:pt>
                <c:pt idx="281">
                  <c:v>723</c:v>
                </c:pt>
                <c:pt idx="282">
                  <c:v>723</c:v>
                </c:pt>
                <c:pt idx="283">
                  <c:v>723</c:v>
                </c:pt>
                <c:pt idx="284">
                  <c:v>723</c:v>
                </c:pt>
                <c:pt idx="285">
                  <c:v>723</c:v>
                </c:pt>
                <c:pt idx="286">
                  <c:v>716</c:v>
                </c:pt>
                <c:pt idx="287">
                  <c:v>704</c:v>
                </c:pt>
                <c:pt idx="288">
                  <c:v>703</c:v>
                </c:pt>
                <c:pt idx="289">
                  <c:v>705</c:v>
                </c:pt>
                <c:pt idx="290">
                  <c:v>704</c:v>
                </c:pt>
                <c:pt idx="291">
                  <c:v>704</c:v>
                </c:pt>
                <c:pt idx="292">
                  <c:v>704</c:v>
                </c:pt>
                <c:pt idx="293">
                  <c:v>705</c:v>
                </c:pt>
                <c:pt idx="294">
                  <c:v>705</c:v>
                </c:pt>
                <c:pt idx="295">
                  <c:v>705</c:v>
                </c:pt>
                <c:pt idx="296">
                  <c:v>705</c:v>
                </c:pt>
                <c:pt idx="297">
                  <c:v>705</c:v>
                </c:pt>
                <c:pt idx="298">
                  <c:v>705</c:v>
                </c:pt>
                <c:pt idx="299">
                  <c:v>705</c:v>
                </c:pt>
                <c:pt idx="300">
                  <c:v>705</c:v>
                </c:pt>
                <c:pt idx="301">
                  <c:v>705</c:v>
                </c:pt>
                <c:pt idx="302">
                  <c:v>705</c:v>
                </c:pt>
                <c:pt idx="303">
                  <c:v>705</c:v>
                </c:pt>
                <c:pt idx="304">
                  <c:v>705</c:v>
                </c:pt>
                <c:pt idx="305">
                  <c:v>705</c:v>
                </c:pt>
                <c:pt idx="306">
                  <c:v>705</c:v>
                </c:pt>
                <c:pt idx="307">
                  <c:v>704</c:v>
                </c:pt>
                <c:pt idx="308">
                  <c:v>705</c:v>
                </c:pt>
                <c:pt idx="309">
                  <c:v>704</c:v>
                </c:pt>
                <c:pt idx="310">
                  <c:v>705</c:v>
                </c:pt>
                <c:pt idx="311">
                  <c:v>704</c:v>
                </c:pt>
                <c:pt idx="312">
                  <c:v>704</c:v>
                </c:pt>
                <c:pt idx="313">
                  <c:v>704</c:v>
                </c:pt>
                <c:pt idx="314">
                  <c:v>703</c:v>
                </c:pt>
                <c:pt idx="315">
                  <c:v>705</c:v>
                </c:pt>
                <c:pt idx="316">
                  <c:v>702</c:v>
                </c:pt>
                <c:pt idx="317">
                  <c:v>684</c:v>
                </c:pt>
                <c:pt idx="318">
                  <c:v>684</c:v>
                </c:pt>
                <c:pt idx="319">
                  <c:v>684</c:v>
                </c:pt>
                <c:pt idx="320">
                  <c:v>684</c:v>
                </c:pt>
                <c:pt idx="321">
                  <c:v>684</c:v>
                </c:pt>
                <c:pt idx="322">
                  <c:v>684</c:v>
                </c:pt>
                <c:pt idx="323">
                  <c:v>684</c:v>
                </c:pt>
                <c:pt idx="324">
                  <c:v>684</c:v>
                </c:pt>
                <c:pt idx="325">
                  <c:v>684</c:v>
                </c:pt>
                <c:pt idx="326">
                  <c:v>684</c:v>
                </c:pt>
                <c:pt idx="327">
                  <c:v>684</c:v>
                </c:pt>
                <c:pt idx="328">
                  <c:v>684</c:v>
                </c:pt>
                <c:pt idx="329">
                  <c:v>684</c:v>
                </c:pt>
                <c:pt idx="330">
                  <c:v>684</c:v>
                </c:pt>
                <c:pt idx="331">
                  <c:v>684</c:v>
                </c:pt>
                <c:pt idx="332">
                  <c:v>684</c:v>
                </c:pt>
                <c:pt idx="333">
                  <c:v>684</c:v>
                </c:pt>
                <c:pt idx="334">
                  <c:v>684</c:v>
                </c:pt>
                <c:pt idx="335">
                  <c:v>684</c:v>
                </c:pt>
                <c:pt idx="336">
                  <c:v>684</c:v>
                </c:pt>
                <c:pt idx="337">
                  <c:v>684</c:v>
                </c:pt>
                <c:pt idx="338">
                  <c:v>684</c:v>
                </c:pt>
                <c:pt idx="339">
                  <c:v>684</c:v>
                </c:pt>
                <c:pt idx="340">
                  <c:v>684</c:v>
                </c:pt>
                <c:pt idx="341">
                  <c:v>684</c:v>
                </c:pt>
                <c:pt idx="342">
                  <c:v>684</c:v>
                </c:pt>
                <c:pt idx="343">
                  <c:v>684</c:v>
                </c:pt>
                <c:pt idx="344">
                  <c:v>684</c:v>
                </c:pt>
                <c:pt idx="345">
                  <c:v>684</c:v>
                </c:pt>
                <c:pt idx="346">
                  <c:v>684</c:v>
                </c:pt>
                <c:pt idx="347">
                  <c:v>684</c:v>
                </c:pt>
                <c:pt idx="348">
                  <c:v>664</c:v>
                </c:pt>
                <c:pt idx="349">
                  <c:v>665</c:v>
                </c:pt>
                <c:pt idx="350">
                  <c:v>664</c:v>
                </c:pt>
                <c:pt idx="351">
                  <c:v>665</c:v>
                </c:pt>
                <c:pt idx="352">
                  <c:v>664</c:v>
                </c:pt>
                <c:pt idx="353">
                  <c:v>664</c:v>
                </c:pt>
                <c:pt idx="354">
                  <c:v>664</c:v>
                </c:pt>
                <c:pt idx="355">
                  <c:v>665</c:v>
                </c:pt>
                <c:pt idx="356">
                  <c:v>665</c:v>
                </c:pt>
                <c:pt idx="357">
                  <c:v>664</c:v>
                </c:pt>
                <c:pt idx="358">
                  <c:v>663</c:v>
                </c:pt>
                <c:pt idx="359">
                  <c:v>664</c:v>
                </c:pt>
                <c:pt idx="360">
                  <c:v>664</c:v>
                </c:pt>
                <c:pt idx="361">
                  <c:v>663</c:v>
                </c:pt>
                <c:pt idx="362">
                  <c:v>663</c:v>
                </c:pt>
                <c:pt idx="363">
                  <c:v>663</c:v>
                </c:pt>
                <c:pt idx="364">
                  <c:v>663</c:v>
                </c:pt>
                <c:pt idx="365">
                  <c:v>663</c:v>
                </c:pt>
                <c:pt idx="366">
                  <c:v>663</c:v>
                </c:pt>
                <c:pt idx="367">
                  <c:v>663</c:v>
                </c:pt>
                <c:pt idx="368">
                  <c:v>663</c:v>
                </c:pt>
                <c:pt idx="369">
                  <c:v>663</c:v>
                </c:pt>
                <c:pt idx="370">
                  <c:v>663</c:v>
                </c:pt>
                <c:pt idx="371">
                  <c:v>663</c:v>
                </c:pt>
                <c:pt idx="372">
                  <c:v>663</c:v>
                </c:pt>
                <c:pt idx="373">
                  <c:v>662</c:v>
                </c:pt>
                <c:pt idx="374">
                  <c:v>663</c:v>
                </c:pt>
                <c:pt idx="375">
                  <c:v>662</c:v>
                </c:pt>
                <c:pt idx="376">
                  <c:v>663</c:v>
                </c:pt>
                <c:pt idx="377">
                  <c:v>643</c:v>
                </c:pt>
                <c:pt idx="378">
                  <c:v>643</c:v>
                </c:pt>
                <c:pt idx="379">
                  <c:v>643</c:v>
                </c:pt>
                <c:pt idx="380">
                  <c:v>642</c:v>
                </c:pt>
                <c:pt idx="381">
                  <c:v>643</c:v>
                </c:pt>
                <c:pt idx="382">
                  <c:v>644</c:v>
                </c:pt>
                <c:pt idx="383">
                  <c:v>642</c:v>
                </c:pt>
                <c:pt idx="384">
                  <c:v>642</c:v>
                </c:pt>
                <c:pt idx="385">
                  <c:v>642</c:v>
                </c:pt>
                <c:pt idx="386">
                  <c:v>642</c:v>
                </c:pt>
                <c:pt idx="387">
                  <c:v>642</c:v>
                </c:pt>
                <c:pt idx="388">
                  <c:v>642</c:v>
                </c:pt>
                <c:pt idx="389">
                  <c:v>642</c:v>
                </c:pt>
                <c:pt idx="390">
                  <c:v>642</c:v>
                </c:pt>
                <c:pt idx="391">
                  <c:v>642</c:v>
                </c:pt>
                <c:pt idx="392">
                  <c:v>642</c:v>
                </c:pt>
                <c:pt idx="393">
                  <c:v>642</c:v>
                </c:pt>
                <c:pt idx="394">
                  <c:v>639</c:v>
                </c:pt>
                <c:pt idx="395">
                  <c:v>641</c:v>
                </c:pt>
                <c:pt idx="396">
                  <c:v>639</c:v>
                </c:pt>
                <c:pt idx="397">
                  <c:v>639</c:v>
                </c:pt>
                <c:pt idx="398">
                  <c:v>639</c:v>
                </c:pt>
                <c:pt idx="399">
                  <c:v>639</c:v>
                </c:pt>
                <c:pt idx="400">
                  <c:v>639</c:v>
                </c:pt>
                <c:pt idx="401">
                  <c:v>639</c:v>
                </c:pt>
                <c:pt idx="402">
                  <c:v>639</c:v>
                </c:pt>
                <c:pt idx="403">
                  <c:v>639</c:v>
                </c:pt>
                <c:pt idx="404">
                  <c:v>639</c:v>
                </c:pt>
                <c:pt idx="405">
                  <c:v>639</c:v>
                </c:pt>
                <c:pt idx="406">
                  <c:v>639</c:v>
                </c:pt>
                <c:pt idx="407">
                  <c:v>642</c:v>
                </c:pt>
                <c:pt idx="408">
                  <c:v>621</c:v>
                </c:pt>
                <c:pt idx="409">
                  <c:v>621</c:v>
                </c:pt>
                <c:pt idx="410">
                  <c:v>621</c:v>
                </c:pt>
                <c:pt idx="411">
                  <c:v>621</c:v>
                </c:pt>
                <c:pt idx="412">
                  <c:v>621</c:v>
                </c:pt>
                <c:pt idx="413">
                  <c:v>621</c:v>
                </c:pt>
                <c:pt idx="414">
                  <c:v>621</c:v>
                </c:pt>
                <c:pt idx="415">
                  <c:v>621</c:v>
                </c:pt>
                <c:pt idx="416">
                  <c:v>621</c:v>
                </c:pt>
                <c:pt idx="417">
                  <c:v>621</c:v>
                </c:pt>
                <c:pt idx="418">
                  <c:v>621</c:v>
                </c:pt>
                <c:pt idx="419">
                  <c:v>620</c:v>
                </c:pt>
                <c:pt idx="420">
                  <c:v>619</c:v>
                </c:pt>
                <c:pt idx="421">
                  <c:v>618</c:v>
                </c:pt>
                <c:pt idx="422">
                  <c:v>618</c:v>
                </c:pt>
                <c:pt idx="423">
                  <c:v>618</c:v>
                </c:pt>
                <c:pt idx="424">
                  <c:v>619</c:v>
                </c:pt>
                <c:pt idx="425">
                  <c:v>618</c:v>
                </c:pt>
                <c:pt idx="426">
                  <c:v>618</c:v>
                </c:pt>
                <c:pt idx="427">
                  <c:v>618</c:v>
                </c:pt>
                <c:pt idx="428">
                  <c:v>618</c:v>
                </c:pt>
                <c:pt idx="429">
                  <c:v>618</c:v>
                </c:pt>
                <c:pt idx="430">
                  <c:v>618</c:v>
                </c:pt>
                <c:pt idx="431">
                  <c:v>618</c:v>
                </c:pt>
                <c:pt idx="432">
                  <c:v>618</c:v>
                </c:pt>
                <c:pt idx="433">
                  <c:v>618</c:v>
                </c:pt>
                <c:pt idx="434">
                  <c:v>618</c:v>
                </c:pt>
                <c:pt idx="435">
                  <c:v>618</c:v>
                </c:pt>
                <c:pt idx="436">
                  <c:v>616</c:v>
                </c:pt>
                <c:pt idx="437">
                  <c:v>619</c:v>
                </c:pt>
                <c:pt idx="438">
                  <c:v>619</c:v>
                </c:pt>
                <c:pt idx="439">
                  <c:v>619</c:v>
                </c:pt>
                <c:pt idx="440">
                  <c:v>599</c:v>
                </c:pt>
                <c:pt idx="441">
                  <c:v>600</c:v>
                </c:pt>
                <c:pt idx="442">
                  <c:v>600</c:v>
                </c:pt>
                <c:pt idx="443">
                  <c:v>599</c:v>
                </c:pt>
                <c:pt idx="444">
                  <c:v>597</c:v>
                </c:pt>
                <c:pt idx="445">
                  <c:v>597</c:v>
                </c:pt>
                <c:pt idx="446">
                  <c:v>597</c:v>
                </c:pt>
                <c:pt idx="447">
                  <c:v>597</c:v>
                </c:pt>
                <c:pt idx="448">
                  <c:v>597</c:v>
                </c:pt>
                <c:pt idx="449">
                  <c:v>597</c:v>
                </c:pt>
                <c:pt idx="450">
                  <c:v>597</c:v>
                </c:pt>
                <c:pt idx="451">
                  <c:v>597</c:v>
                </c:pt>
                <c:pt idx="452">
                  <c:v>597</c:v>
                </c:pt>
                <c:pt idx="453">
                  <c:v>597</c:v>
                </c:pt>
                <c:pt idx="454">
                  <c:v>597</c:v>
                </c:pt>
                <c:pt idx="455">
                  <c:v>596</c:v>
                </c:pt>
                <c:pt idx="456">
                  <c:v>596</c:v>
                </c:pt>
                <c:pt idx="457">
                  <c:v>597</c:v>
                </c:pt>
                <c:pt idx="458">
                  <c:v>596</c:v>
                </c:pt>
                <c:pt idx="459">
                  <c:v>594</c:v>
                </c:pt>
                <c:pt idx="460">
                  <c:v>594</c:v>
                </c:pt>
                <c:pt idx="461">
                  <c:v>594</c:v>
                </c:pt>
                <c:pt idx="462">
                  <c:v>594</c:v>
                </c:pt>
                <c:pt idx="463">
                  <c:v>594</c:v>
                </c:pt>
                <c:pt idx="464">
                  <c:v>594</c:v>
                </c:pt>
                <c:pt idx="465">
                  <c:v>594</c:v>
                </c:pt>
                <c:pt idx="466">
                  <c:v>594</c:v>
                </c:pt>
                <c:pt idx="467">
                  <c:v>597</c:v>
                </c:pt>
                <c:pt idx="468">
                  <c:v>585</c:v>
                </c:pt>
                <c:pt idx="469">
                  <c:v>582</c:v>
                </c:pt>
                <c:pt idx="470">
                  <c:v>582</c:v>
                </c:pt>
                <c:pt idx="471">
                  <c:v>581</c:v>
                </c:pt>
                <c:pt idx="472">
                  <c:v>580</c:v>
                </c:pt>
                <c:pt idx="473">
                  <c:v>579</c:v>
                </c:pt>
                <c:pt idx="474">
                  <c:v>580</c:v>
                </c:pt>
                <c:pt idx="475">
                  <c:v>580</c:v>
                </c:pt>
                <c:pt idx="476">
                  <c:v>579</c:v>
                </c:pt>
                <c:pt idx="477">
                  <c:v>579</c:v>
                </c:pt>
                <c:pt idx="478">
                  <c:v>579</c:v>
                </c:pt>
                <c:pt idx="479">
                  <c:v>579</c:v>
                </c:pt>
                <c:pt idx="480">
                  <c:v>579</c:v>
                </c:pt>
                <c:pt idx="481">
                  <c:v>579</c:v>
                </c:pt>
                <c:pt idx="482">
                  <c:v>577</c:v>
                </c:pt>
                <c:pt idx="483">
                  <c:v>577</c:v>
                </c:pt>
                <c:pt idx="484">
                  <c:v>576</c:v>
                </c:pt>
                <c:pt idx="485">
                  <c:v>576</c:v>
                </c:pt>
                <c:pt idx="486">
                  <c:v>576</c:v>
                </c:pt>
                <c:pt idx="487">
                  <c:v>576</c:v>
                </c:pt>
                <c:pt idx="488">
                  <c:v>576</c:v>
                </c:pt>
                <c:pt idx="489">
                  <c:v>576</c:v>
                </c:pt>
                <c:pt idx="490">
                  <c:v>574</c:v>
                </c:pt>
                <c:pt idx="491">
                  <c:v>574</c:v>
                </c:pt>
                <c:pt idx="492">
                  <c:v>573</c:v>
                </c:pt>
                <c:pt idx="493">
                  <c:v>573</c:v>
                </c:pt>
                <c:pt idx="494">
                  <c:v>573</c:v>
                </c:pt>
                <c:pt idx="495">
                  <c:v>573</c:v>
                </c:pt>
                <c:pt idx="496">
                  <c:v>573</c:v>
                </c:pt>
                <c:pt idx="497">
                  <c:v>572</c:v>
                </c:pt>
                <c:pt idx="498">
                  <c:v>578</c:v>
                </c:pt>
                <c:pt idx="499">
                  <c:v>558</c:v>
                </c:pt>
                <c:pt idx="500">
                  <c:v>557</c:v>
                </c:pt>
                <c:pt idx="501">
                  <c:v>557</c:v>
                </c:pt>
                <c:pt idx="502">
                  <c:v>557</c:v>
                </c:pt>
                <c:pt idx="503">
                  <c:v>557</c:v>
                </c:pt>
                <c:pt idx="504">
                  <c:v>555</c:v>
                </c:pt>
                <c:pt idx="505">
                  <c:v>555</c:v>
                </c:pt>
                <c:pt idx="506">
                  <c:v>555</c:v>
                </c:pt>
                <c:pt idx="507">
                  <c:v>555</c:v>
                </c:pt>
                <c:pt idx="508">
                  <c:v>555</c:v>
                </c:pt>
                <c:pt idx="509">
                  <c:v>552</c:v>
                </c:pt>
                <c:pt idx="510">
                  <c:v>553</c:v>
                </c:pt>
                <c:pt idx="511">
                  <c:v>554</c:v>
                </c:pt>
                <c:pt idx="512">
                  <c:v>552</c:v>
                </c:pt>
                <c:pt idx="513">
                  <c:v>552</c:v>
                </c:pt>
                <c:pt idx="514">
                  <c:v>552</c:v>
                </c:pt>
                <c:pt idx="515">
                  <c:v>552</c:v>
                </c:pt>
                <c:pt idx="516">
                  <c:v>551</c:v>
                </c:pt>
                <c:pt idx="517">
                  <c:v>551</c:v>
                </c:pt>
                <c:pt idx="518">
                  <c:v>549</c:v>
                </c:pt>
                <c:pt idx="519">
                  <c:v>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B06E-48A9-BD24-8F2C837CF42F}"/>
            </c:ext>
          </c:extLst>
        </c:ser>
        <c:ser>
          <c:idx val="17"/>
          <c:order val="17"/>
          <c:tx>
            <c:strRef>
              <c:f>Sheet1!$AD$1</c:f>
              <c:strCache>
                <c:ptCount val="1"/>
                <c:pt idx="0">
                  <c:v>cell18</c:v>
                </c:pt>
              </c:strCache>
            </c:strRef>
          </c:tx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Sheet1!$AD$2:$AD$521</c:f>
              <c:numCache>
                <c:formatCode>General</c:formatCode>
                <c:ptCount val="520"/>
                <c:pt idx="0">
                  <c:v>963</c:v>
                </c:pt>
                <c:pt idx="1">
                  <c:v>962</c:v>
                </c:pt>
                <c:pt idx="2">
                  <c:v>962</c:v>
                </c:pt>
                <c:pt idx="3">
                  <c:v>962</c:v>
                </c:pt>
                <c:pt idx="4">
                  <c:v>962</c:v>
                </c:pt>
                <c:pt idx="5">
                  <c:v>962</c:v>
                </c:pt>
                <c:pt idx="6">
                  <c:v>962</c:v>
                </c:pt>
                <c:pt idx="7">
                  <c:v>962</c:v>
                </c:pt>
                <c:pt idx="8">
                  <c:v>960</c:v>
                </c:pt>
                <c:pt idx="9">
                  <c:v>959</c:v>
                </c:pt>
                <c:pt idx="10">
                  <c:v>886</c:v>
                </c:pt>
                <c:pt idx="11">
                  <c:v>887</c:v>
                </c:pt>
                <c:pt idx="12">
                  <c:v>887</c:v>
                </c:pt>
                <c:pt idx="13">
                  <c:v>887</c:v>
                </c:pt>
                <c:pt idx="14">
                  <c:v>886</c:v>
                </c:pt>
                <c:pt idx="15">
                  <c:v>886</c:v>
                </c:pt>
                <c:pt idx="16">
                  <c:v>887</c:v>
                </c:pt>
                <c:pt idx="17">
                  <c:v>887</c:v>
                </c:pt>
                <c:pt idx="18">
                  <c:v>887</c:v>
                </c:pt>
                <c:pt idx="19">
                  <c:v>887</c:v>
                </c:pt>
                <c:pt idx="20">
                  <c:v>887</c:v>
                </c:pt>
                <c:pt idx="21">
                  <c:v>887</c:v>
                </c:pt>
                <c:pt idx="22">
                  <c:v>886</c:v>
                </c:pt>
                <c:pt idx="23">
                  <c:v>887</c:v>
                </c:pt>
                <c:pt idx="24">
                  <c:v>887</c:v>
                </c:pt>
                <c:pt idx="25">
                  <c:v>887</c:v>
                </c:pt>
                <c:pt idx="26">
                  <c:v>887</c:v>
                </c:pt>
                <c:pt idx="27">
                  <c:v>887</c:v>
                </c:pt>
                <c:pt idx="28">
                  <c:v>887</c:v>
                </c:pt>
                <c:pt idx="29">
                  <c:v>887</c:v>
                </c:pt>
                <c:pt idx="30">
                  <c:v>887</c:v>
                </c:pt>
                <c:pt idx="31">
                  <c:v>887</c:v>
                </c:pt>
                <c:pt idx="32">
                  <c:v>887</c:v>
                </c:pt>
                <c:pt idx="33">
                  <c:v>887</c:v>
                </c:pt>
                <c:pt idx="34">
                  <c:v>887</c:v>
                </c:pt>
                <c:pt idx="35">
                  <c:v>887</c:v>
                </c:pt>
                <c:pt idx="36">
                  <c:v>886</c:v>
                </c:pt>
                <c:pt idx="37">
                  <c:v>887</c:v>
                </c:pt>
                <c:pt idx="38">
                  <c:v>887</c:v>
                </c:pt>
                <c:pt idx="39">
                  <c:v>887</c:v>
                </c:pt>
                <c:pt idx="40">
                  <c:v>887</c:v>
                </c:pt>
                <c:pt idx="41">
                  <c:v>863</c:v>
                </c:pt>
                <c:pt idx="42">
                  <c:v>863</c:v>
                </c:pt>
                <c:pt idx="43">
                  <c:v>864</c:v>
                </c:pt>
                <c:pt idx="44">
                  <c:v>863</c:v>
                </c:pt>
                <c:pt idx="45">
                  <c:v>864</c:v>
                </c:pt>
                <c:pt idx="46">
                  <c:v>864</c:v>
                </c:pt>
                <c:pt idx="47">
                  <c:v>864</c:v>
                </c:pt>
                <c:pt idx="48">
                  <c:v>864</c:v>
                </c:pt>
                <c:pt idx="49">
                  <c:v>864</c:v>
                </c:pt>
                <c:pt idx="50">
                  <c:v>864</c:v>
                </c:pt>
                <c:pt idx="51">
                  <c:v>863</c:v>
                </c:pt>
                <c:pt idx="52">
                  <c:v>864</c:v>
                </c:pt>
                <c:pt idx="53">
                  <c:v>864</c:v>
                </c:pt>
                <c:pt idx="54">
                  <c:v>864</c:v>
                </c:pt>
                <c:pt idx="55">
                  <c:v>865</c:v>
                </c:pt>
                <c:pt idx="56">
                  <c:v>864</c:v>
                </c:pt>
                <c:pt idx="57">
                  <c:v>864</c:v>
                </c:pt>
                <c:pt idx="58">
                  <c:v>864</c:v>
                </c:pt>
                <c:pt idx="59">
                  <c:v>864</c:v>
                </c:pt>
                <c:pt idx="60">
                  <c:v>864</c:v>
                </c:pt>
                <c:pt idx="61">
                  <c:v>863</c:v>
                </c:pt>
                <c:pt idx="62">
                  <c:v>865</c:v>
                </c:pt>
                <c:pt idx="63">
                  <c:v>865</c:v>
                </c:pt>
                <c:pt idx="64">
                  <c:v>865</c:v>
                </c:pt>
                <c:pt idx="65">
                  <c:v>864</c:v>
                </c:pt>
                <c:pt idx="66">
                  <c:v>863</c:v>
                </c:pt>
                <c:pt idx="67">
                  <c:v>864</c:v>
                </c:pt>
                <c:pt idx="68">
                  <c:v>864</c:v>
                </c:pt>
                <c:pt idx="69">
                  <c:v>864</c:v>
                </c:pt>
                <c:pt idx="70">
                  <c:v>864</c:v>
                </c:pt>
                <c:pt idx="71">
                  <c:v>864</c:v>
                </c:pt>
                <c:pt idx="72">
                  <c:v>841</c:v>
                </c:pt>
                <c:pt idx="73">
                  <c:v>842</c:v>
                </c:pt>
                <c:pt idx="74">
                  <c:v>842</c:v>
                </c:pt>
                <c:pt idx="75">
                  <c:v>841</c:v>
                </c:pt>
                <c:pt idx="76">
                  <c:v>841</c:v>
                </c:pt>
                <c:pt idx="77">
                  <c:v>842</c:v>
                </c:pt>
                <c:pt idx="78">
                  <c:v>842</c:v>
                </c:pt>
                <c:pt idx="79">
                  <c:v>841</c:v>
                </c:pt>
                <c:pt idx="80">
                  <c:v>841</c:v>
                </c:pt>
                <c:pt idx="81">
                  <c:v>841</c:v>
                </c:pt>
                <c:pt idx="82">
                  <c:v>842</c:v>
                </c:pt>
                <c:pt idx="83">
                  <c:v>841</c:v>
                </c:pt>
                <c:pt idx="84">
                  <c:v>841</c:v>
                </c:pt>
                <c:pt idx="85">
                  <c:v>842</c:v>
                </c:pt>
                <c:pt idx="86">
                  <c:v>842</c:v>
                </c:pt>
                <c:pt idx="87">
                  <c:v>841</c:v>
                </c:pt>
                <c:pt idx="88">
                  <c:v>841</c:v>
                </c:pt>
                <c:pt idx="89">
                  <c:v>841</c:v>
                </c:pt>
                <c:pt idx="90">
                  <c:v>841</c:v>
                </c:pt>
                <c:pt idx="91">
                  <c:v>841</c:v>
                </c:pt>
                <c:pt idx="92">
                  <c:v>842</c:v>
                </c:pt>
                <c:pt idx="93">
                  <c:v>842</c:v>
                </c:pt>
                <c:pt idx="94">
                  <c:v>841</c:v>
                </c:pt>
                <c:pt idx="95">
                  <c:v>841</c:v>
                </c:pt>
                <c:pt idx="96">
                  <c:v>841</c:v>
                </c:pt>
                <c:pt idx="97">
                  <c:v>842</c:v>
                </c:pt>
                <c:pt idx="98">
                  <c:v>841</c:v>
                </c:pt>
                <c:pt idx="99">
                  <c:v>842</c:v>
                </c:pt>
                <c:pt idx="100">
                  <c:v>841</c:v>
                </c:pt>
                <c:pt idx="101">
                  <c:v>842</c:v>
                </c:pt>
                <c:pt idx="102">
                  <c:v>841</c:v>
                </c:pt>
                <c:pt idx="103">
                  <c:v>839</c:v>
                </c:pt>
                <c:pt idx="104">
                  <c:v>820</c:v>
                </c:pt>
                <c:pt idx="105">
                  <c:v>820</c:v>
                </c:pt>
                <c:pt idx="106">
                  <c:v>820</c:v>
                </c:pt>
                <c:pt idx="107">
                  <c:v>820</c:v>
                </c:pt>
                <c:pt idx="108">
                  <c:v>820</c:v>
                </c:pt>
                <c:pt idx="109">
                  <c:v>820</c:v>
                </c:pt>
                <c:pt idx="110">
                  <c:v>820</c:v>
                </c:pt>
                <c:pt idx="111">
                  <c:v>820</c:v>
                </c:pt>
                <c:pt idx="112">
                  <c:v>820</c:v>
                </c:pt>
                <c:pt idx="113">
                  <c:v>820</c:v>
                </c:pt>
                <c:pt idx="114">
                  <c:v>820</c:v>
                </c:pt>
                <c:pt idx="115">
                  <c:v>820</c:v>
                </c:pt>
                <c:pt idx="116">
                  <c:v>820</c:v>
                </c:pt>
                <c:pt idx="117">
                  <c:v>820</c:v>
                </c:pt>
                <c:pt idx="118">
                  <c:v>820</c:v>
                </c:pt>
                <c:pt idx="119">
                  <c:v>820</c:v>
                </c:pt>
                <c:pt idx="120">
                  <c:v>820</c:v>
                </c:pt>
                <c:pt idx="121">
                  <c:v>820</c:v>
                </c:pt>
                <c:pt idx="122">
                  <c:v>820</c:v>
                </c:pt>
                <c:pt idx="123">
                  <c:v>820</c:v>
                </c:pt>
                <c:pt idx="124">
                  <c:v>820</c:v>
                </c:pt>
                <c:pt idx="125">
                  <c:v>820</c:v>
                </c:pt>
                <c:pt idx="126">
                  <c:v>820</c:v>
                </c:pt>
                <c:pt idx="127">
                  <c:v>820</c:v>
                </c:pt>
                <c:pt idx="128">
                  <c:v>820</c:v>
                </c:pt>
                <c:pt idx="129">
                  <c:v>820</c:v>
                </c:pt>
                <c:pt idx="130">
                  <c:v>820</c:v>
                </c:pt>
                <c:pt idx="131">
                  <c:v>820</c:v>
                </c:pt>
                <c:pt idx="132">
                  <c:v>820</c:v>
                </c:pt>
                <c:pt idx="133">
                  <c:v>820</c:v>
                </c:pt>
                <c:pt idx="134">
                  <c:v>820</c:v>
                </c:pt>
                <c:pt idx="135">
                  <c:v>799</c:v>
                </c:pt>
                <c:pt idx="136">
                  <c:v>799</c:v>
                </c:pt>
                <c:pt idx="137">
                  <c:v>799</c:v>
                </c:pt>
                <c:pt idx="138">
                  <c:v>799</c:v>
                </c:pt>
                <c:pt idx="139">
                  <c:v>799</c:v>
                </c:pt>
                <c:pt idx="140">
                  <c:v>799</c:v>
                </c:pt>
                <c:pt idx="141">
                  <c:v>799</c:v>
                </c:pt>
                <c:pt idx="142">
                  <c:v>799</c:v>
                </c:pt>
                <c:pt idx="143">
                  <c:v>799</c:v>
                </c:pt>
                <c:pt idx="144">
                  <c:v>799</c:v>
                </c:pt>
                <c:pt idx="145">
                  <c:v>799</c:v>
                </c:pt>
                <c:pt idx="146">
                  <c:v>799</c:v>
                </c:pt>
                <c:pt idx="147">
                  <c:v>799</c:v>
                </c:pt>
                <c:pt idx="148">
                  <c:v>799</c:v>
                </c:pt>
                <c:pt idx="149">
                  <c:v>799</c:v>
                </c:pt>
                <c:pt idx="150">
                  <c:v>799</c:v>
                </c:pt>
                <c:pt idx="151">
                  <c:v>799</c:v>
                </c:pt>
                <c:pt idx="152">
                  <c:v>799</c:v>
                </c:pt>
                <c:pt idx="153">
                  <c:v>799</c:v>
                </c:pt>
                <c:pt idx="154">
                  <c:v>799</c:v>
                </c:pt>
                <c:pt idx="155">
                  <c:v>799</c:v>
                </c:pt>
                <c:pt idx="156">
                  <c:v>799</c:v>
                </c:pt>
                <c:pt idx="157">
                  <c:v>799</c:v>
                </c:pt>
                <c:pt idx="158">
                  <c:v>799</c:v>
                </c:pt>
                <c:pt idx="159">
                  <c:v>799</c:v>
                </c:pt>
                <c:pt idx="160">
                  <c:v>799</c:v>
                </c:pt>
                <c:pt idx="161">
                  <c:v>799</c:v>
                </c:pt>
                <c:pt idx="162">
                  <c:v>799</c:v>
                </c:pt>
                <c:pt idx="163">
                  <c:v>784</c:v>
                </c:pt>
                <c:pt idx="164">
                  <c:v>778</c:v>
                </c:pt>
                <c:pt idx="165">
                  <c:v>778</c:v>
                </c:pt>
                <c:pt idx="166">
                  <c:v>778</c:v>
                </c:pt>
                <c:pt idx="167">
                  <c:v>778</c:v>
                </c:pt>
                <c:pt idx="168">
                  <c:v>778</c:v>
                </c:pt>
                <c:pt idx="169">
                  <c:v>778</c:v>
                </c:pt>
                <c:pt idx="170">
                  <c:v>778</c:v>
                </c:pt>
                <c:pt idx="171">
                  <c:v>778</c:v>
                </c:pt>
                <c:pt idx="172">
                  <c:v>778</c:v>
                </c:pt>
                <c:pt idx="173">
                  <c:v>778</c:v>
                </c:pt>
                <c:pt idx="174">
                  <c:v>778</c:v>
                </c:pt>
                <c:pt idx="175">
                  <c:v>778</c:v>
                </c:pt>
                <c:pt idx="176">
                  <c:v>779</c:v>
                </c:pt>
                <c:pt idx="177">
                  <c:v>778</c:v>
                </c:pt>
                <c:pt idx="178">
                  <c:v>778</c:v>
                </c:pt>
                <c:pt idx="179">
                  <c:v>778</c:v>
                </c:pt>
                <c:pt idx="180">
                  <c:v>778</c:v>
                </c:pt>
                <c:pt idx="181">
                  <c:v>778</c:v>
                </c:pt>
                <c:pt idx="182">
                  <c:v>778</c:v>
                </c:pt>
                <c:pt idx="183">
                  <c:v>778</c:v>
                </c:pt>
                <c:pt idx="184">
                  <c:v>778</c:v>
                </c:pt>
                <c:pt idx="185">
                  <c:v>778</c:v>
                </c:pt>
                <c:pt idx="186">
                  <c:v>778</c:v>
                </c:pt>
                <c:pt idx="187">
                  <c:v>778</c:v>
                </c:pt>
                <c:pt idx="188">
                  <c:v>778</c:v>
                </c:pt>
                <c:pt idx="189">
                  <c:v>778</c:v>
                </c:pt>
                <c:pt idx="190">
                  <c:v>778</c:v>
                </c:pt>
                <c:pt idx="191">
                  <c:v>778</c:v>
                </c:pt>
                <c:pt idx="192">
                  <c:v>778</c:v>
                </c:pt>
                <c:pt idx="193">
                  <c:v>778</c:v>
                </c:pt>
                <c:pt idx="194">
                  <c:v>757</c:v>
                </c:pt>
                <c:pt idx="195">
                  <c:v>757</c:v>
                </c:pt>
                <c:pt idx="196">
                  <c:v>758</c:v>
                </c:pt>
                <c:pt idx="197">
                  <c:v>758</c:v>
                </c:pt>
                <c:pt idx="198">
                  <c:v>757</c:v>
                </c:pt>
                <c:pt idx="199">
                  <c:v>758</c:v>
                </c:pt>
                <c:pt idx="200">
                  <c:v>758</c:v>
                </c:pt>
                <c:pt idx="201">
                  <c:v>759</c:v>
                </c:pt>
                <c:pt idx="202">
                  <c:v>757</c:v>
                </c:pt>
                <c:pt idx="203">
                  <c:v>757</c:v>
                </c:pt>
                <c:pt idx="204">
                  <c:v>757</c:v>
                </c:pt>
                <c:pt idx="205">
                  <c:v>758</c:v>
                </c:pt>
                <c:pt idx="206">
                  <c:v>758</c:v>
                </c:pt>
                <c:pt idx="207">
                  <c:v>758</c:v>
                </c:pt>
                <c:pt idx="208">
                  <c:v>757</c:v>
                </c:pt>
                <c:pt idx="209">
                  <c:v>758</c:v>
                </c:pt>
                <c:pt idx="210">
                  <c:v>758</c:v>
                </c:pt>
                <c:pt idx="211">
                  <c:v>758</c:v>
                </c:pt>
                <c:pt idx="212">
                  <c:v>759</c:v>
                </c:pt>
                <c:pt idx="213">
                  <c:v>758</c:v>
                </c:pt>
                <c:pt idx="214">
                  <c:v>758</c:v>
                </c:pt>
                <c:pt idx="215">
                  <c:v>758</c:v>
                </c:pt>
                <c:pt idx="216">
                  <c:v>758</c:v>
                </c:pt>
                <c:pt idx="217">
                  <c:v>758</c:v>
                </c:pt>
                <c:pt idx="218">
                  <c:v>759</c:v>
                </c:pt>
                <c:pt idx="219">
                  <c:v>758</c:v>
                </c:pt>
                <c:pt idx="220">
                  <c:v>758</c:v>
                </c:pt>
                <c:pt idx="221">
                  <c:v>758</c:v>
                </c:pt>
                <c:pt idx="222">
                  <c:v>758</c:v>
                </c:pt>
                <c:pt idx="223">
                  <c:v>759</c:v>
                </c:pt>
                <c:pt idx="224">
                  <c:v>758</c:v>
                </c:pt>
                <c:pt idx="225">
                  <c:v>757</c:v>
                </c:pt>
                <c:pt idx="226">
                  <c:v>737</c:v>
                </c:pt>
                <c:pt idx="227">
                  <c:v>737</c:v>
                </c:pt>
                <c:pt idx="228">
                  <c:v>737</c:v>
                </c:pt>
                <c:pt idx="229">
                  <c:v>738</c:v>
                </c:pt>
                <c:pt idx="230">
                  <c:v>737</c:v>
                </c:pt>
                <c:pt idx="231">
                  <c:v>739</c:v>
                </c:pt>
                <c:pt idx="232">
                  <c:v>739</c:v>
                </c:pt>
                <c:pt idx="233">
                  <c:v>739</c:v>
                </c:pt>
                <c:pt idx="234">
                  <c:v>739</c:v>
                </c:pt>
                <c:pt idx="235">
                  <c:v>738</c:v>
                </c:pt>
                <c:pt idx="236">
                  <c:v>739</c:v>
                </c:pt>
                <c:pt idx="237">
                  <c:v>739</c:v>
                </c:pt>
                <c:pt idx="238">
                  <c:v>739</c:v>
                </c:pt>
                <c:pt idx="239">
                  <c:v>739</c:v>
                </c:pt>
                <c:pt idx="240">
                  <c:v>739</c:v>
                </c:pt>
                <c:pt idx="241">
                  <c:v>739</c:v>
                </c:pt>
                <c:pt idx="242">
                  <c:v>739</c:v>
                </c:pt>
                <c:pt idx="243">
                  <c:v>739</c:v>
                </c:pt>
                <c:pt idx="244">
                  <c:v>738</c:v>
                </c:pt>
                <c:pt idx="245">
                  <c:v>739</c:v>
                </c:pt>
                <c:pt idx="246">
                  <c:v>739</c:v>
                </c:pt>
                <c:pt idx="247">
                  <c:v>739</c:v>
                </c:pt>
                <c:pt idx="248">
                  <c:v>739</c:v>
                </c:pt>
                <c:pt idx="249">
                  <c:v>739</c:v>
                </c:pt>
                <c:pt idx="250">
                  <c:v>739</c:v>
                </c:pt>
                <c:pt idx="251">
                  <c:v>739</c:v>
                </c:pt>
                <c:pt idx="252">
                  <c:v>739</c:v>
                </c:pt>
                <c:pt idx="253">
                  <c:v>739</c:v>
                </c:pt>
                <c:pt idx="254">
                  <c:v>739</c:v>
                </c:pt>
                <c:pt idx="255">
                  <c:v>739</c:v>
                </c:pt>
                <c:pt idx="256">
                  <c:v>718</c:v>
                </c:pt>
                <c:pt idx="257">
                  <c:v>718</c:v>
                </c:pt>
                <c:pt idx="258">
                  <c:v>718</c:v>
                </c:pt>
                <c:pt idx="259">
                  <c:v>718</c:v>
                </c:pt>
                <c:pt idx="260">
                  <c:v>718</c:v>
                </c:pt>
                <c:pt idx="261">
                  <c:v>718</c:v>
                </c:pt>
                <c:pt idx="262">
                  <c:v>718</c:v>
                </c:pt>
                <c:pt idx="263">
                  <c:v>718</c:v>
                </c:pt>
                <c:pt idx="264">
                  <c:v>718</c:v>
                </c:pt>
                <c:pt idx="265">
                  <c:v>718</c:v>
                </c:pt>
                <c:pt idx="266">
                  <c:v>718</c:v>
                </c:pt>
                <c:pt idx="267">
                  <c:v>718</c:v>
                </c:pt>
                <c:pt idx="268">
                  <c:v>718</c:v>
                </c:pt>
                <c:pt idx="269">
                  <c:v>718</c:v>
                </c:pt>
                <c:pt idx="270">
                  <c:v>718</c:v>
                </c:pt>
                <c:pt idx="271">
                  <c:v>718</c:v>
                </c:pt>
                <c:pt idx="272">
                  <c:v>718</c:v>
                </c:pt>
                <c:pt idx="273">
                  <c:v>718</c:v>
                </c:pt>
                <c:pt idx="274">
                  <c:v>718</c:v>
                </c:pt>
                <c:pt idx="275">
                  <c:v>718</c:v>
                </c:pt>
                <c:pt idx="276">
                  <c:v>718</c:v>
                </c:pt>
                <c:pt idx="277">
                  <c:v>718</c:v>
                </c:pt>
                <c:pt idx="278">
                  <c:v>718</c:v>
                </c:pt>
                <c:pt idx="279">
                  <c:v>718</c:v>
                </c:pt>
                <c:pt idx="280">
                  <c:v>718</c:v>
                </c:pt>
                <c:pt idx="281">
                  <c:v>718</c:v>
                </c:pt>
                <c:pt idx="282">
                  <c:v>718</c:v>
                </c:pt>
                <c:pt idx="283">
                  <c:v>718</c:v>
                </c:pt>
                <c:pt idx="284">
                  <c:v>718</c:v>
                </c:pt>
                <c:pt idx="285">
                  <c:v>718</c:v>
                </c:pt>
                <c:pt idx="286">
                  <c:v>711</c:v>
                </c:pt>
                <c:pt idx="287">
                  <c:v>697</c:v>
                </c:pt>
                <c:pt idx="288">
                  <c:v>697</c:v>
                </c:pt>
                <c:pt idx="289">
                  <c:v>697</c:v>
                </c:pt>
                <c:pt idx="290">
                  <c:v>698</c:v>
                </c:pt>
                <c:pt idx="291">
                  <c:v>697</c:v>
                </c:pt>
                <c:pt idx="292">
                  <c:v>698</c:v>
                </c:pt>
                <c:pt idx="293">
                  <c:v>698</c:v>
                </c:pt>
                <c:pt idx="294">
                  <c:v>697</c:v>
                </c:pt>
                <c:pt idx="295">
                  <c:v>697</c:v>
                </c:pt>
                <c:pt idx="296">
                  <c:v>697</c:v>
                </c:pt>
                <c:pt idx="297">
                  <c:v>699</c:v>
                </c:pt>
                <c:pt idx="298">
                  <c:v>699</c:v>
                </c:pt>
                <c:pt idx="299">
                  <c:v>698</c:v>
                </c:pt>
                <c:pt idx="300">
                  <c:v>699</c:v>
                </c:pt>
                <c:pt idx="301">
                  <c:v>698</c:v>
                </c:pt>
                <c:pt idx="302">
                  <c:v>699</c:v>
                </c:pt>
                <c:pt idx="303">
                  <c:v>698</c:v>
                </c:pt>
                <c:pt idx="304">
                  <c:v>699</c:v>
                </c:pt>
                <c:pt idx="305">
                  <c:v>697</c:v>
                </c:pt>
                <c:pt idx="306">
                  <c:v>697</c:v>
                </c:pt>
                <c:pt idx="307">
                  <c:v>698</c:v>
                </c:pt>
                <c:pt idx="308">
                  <c:v>698</c:v>
                </c:pt>
                <c:pt idx="309">
                  <c:v>698</c:v>
                </c:pt>
                <c:pt idx="310">
                  <c:v>698</c:v>
                </c:pt>
                <c:pt idx="311">
                  <c:v>697</c:v>
                </c:pt>
                <c:pt idx="312">
                  <c:v>697</c:v>
                </c:pt>
                <c:pt idx="313">
                  <c:v>698</c:v>
                </c:pt>
                <c:pt idx="314">
                  <c:v>697</c:v>
                </c:pt>
                <c:pt idx="315">
                  <c:v>698</c:v>
                </c:pt>
                <c:pt idx="316">
                  <c:v>695</c:v>
                </c:pt>
                <c:pt idx="317">
                  <c:v>677</c:v>
                </c:pt>
                <c:pt idx="318">
                  <c:v>677</c:v>
                </c:pt>
                <c:pt idx="319">
                  <c:v>677</c:v>
                </c:pt>
                <c:pt idx="320">
                  <c:v>678</c:v>
                </c:pt>
                <c:pt idx="321">
                  <c:v>678</c:v>
                </c:pt>
                <c:pt idx="322">
                  <c:v>678</c:v>
                </c:pt>
                <c:pt idx="323">
                  <c:v>678</c:v>
                </c:pt>
                <c:pt idx="324">
                  <c:v>679</c:v>
                </c:pt>
                <c:pt idx="325">
                  <c:v>679</c:v>
                </c:pt>
                <c:pt idx="326">
                  <c:v>678</c:v>
                </c:pt>
                <c:pt idx="327">
                  <c:v>678</c:v>
                </c:pt>
                <c:pt idx="328">
                  <c:v>679</c:v>
                </c:pt>
                <c:pt idx="329">
                  <c:v>679</c:v>
                </c:pt>
                <c:pt idx="330">
                  <c:v>678</c:v>
                </c:pt>
                <c:pt idx="331">
                  <c:v>678</c:v>
                </c:pt>
                <c:pt idx="332">
                  <c:v>679</c:v>
                </c:pt>
                <c:pt idx="333">
                  <c:v>679</c:v>
                </c:pt>
                <c:pt idx="334">
                  <c:v>678</c:v>
                </c:pt>
                <c:pt idx="335">
                  <c:v>679</c:v>
                </c:pt>
                <c:pt idx="336">
                  <c:v>679</c:v>
                </c:pt>
                <c:pt idx="337">
                  <c:v>679</c:v>
                </c:pt>
                <c:pt idx="338">
                  <c:v>679</c:v>
                </c:pt>
                <c:pt idx="339">
                  <c:v>679</c:v>
                </c:pt>
                <c:pt idx="340">
                  <c:v>678</c:v>
                </c:pt>
                <c:pt idx="341">
                  <c:v>678</c:v>
                </c:pt>
                <c:pt idx="342">
                  <c:v>677</c:v>
                </c:pt>
                <c:pt idx="343">
                  <c:v>679</c:v>
                </c:pt>
                <c:pt idx="344">
                  <c:v>678</c:v>
                </c:pt>
                <c:pt idx="345">
                  <c:v>678</c:v>
                </c:pt>
                <c:pt idx="346">
                  <c:v>678</c:v>
                </c:pt>
                <c:pt idx="347">
                  <c:v>678</c:v>
                </c:pt>
                <c:pt idx="348">
                  <c:v>655</c:v>
                </c:pt>
                <c:pt idx="349">
                  <c:v>655</c:v>
                </c:pt>
                <c:pt idx="350">
                  <c:v>658</c:v>
                </c:pt>
                <c:pt idx="351">
                  <c:v>658</c:v>
                </c:pt>
                <c:pt idx="352">
                  <c:v>656</c:v>
                </c:pt>
                <c:pt idx="353">
                  <c:v>657</c:v>
                </c:pt>
                <c:pt idx="354">
                  <c:v>657</c:v>
                </c:pt>
                <c:pt idx="355">
                  <c:v>658</c:v>
                </c:pt>
                <c:pt idx="356">
                  <c:v>658</c:v>
                </c:pt>
                <c:pt idx="357">
                  <c:v>658</c:v>
                </c:pt>
                <c:pt idx="358">
                  <c:v>658</c:v>
                </c:pt>
                <c:pt idx="359">
                  <c:v>658</c:v>
                </c:pt>
                <c:pt idx="360">
                  <c:v>658</c:v>
                </c:pt>
                <c:pt idx="361">
                  <c:v>658</c:v>
                </c:pt>
                <c:pt idx="362">
                  <c:v>658</c:v>
                </c:pt>
                <c:pt idx="363">
                  <c:v>658</c:v>
                </c:pt>
                <c:pt idx="364">
                  <c:v>658</c:v>
                </c:pt>
                <c:pt idx="365">
                  <c:v>657</c:v>
                </c:pt>
                <c:pt idx="366">
                  <c:v>658</c:v>
                </c:pt>
                <c:pt idx="367">
                  <c:v>657</c:v>
                </c:pt>
                <c:pt idx="368">
                  <c:v>656</c:v>
                </c:pt>
                <c:pt idx="369">
                  <c:v>656</c:v>
                </c:pt>
                <c:pt idx="370">
                  <c:v>656</c:v>
                </c:pt>
                <c:pt idx="371">
                  <c:v>656</c:v>
                </c:pt>
                <c:pt idx="372">
                  <c:v>656</c:v>
                </c:pt>
                <c:pt idx="373">
                  <c:v>656</c:v>
                </c:pt>
                <c:pt idx="374">
                  <c:v>655</c:v>
                </c:pt>
                <c:pt idx="375">
                  <c:v>656</c:v>
                </c:pt>
                <c:pt idx="376">
                  <c:v>653</c:v>
                </c:pt>
                <c:pt idx="377">
                  <c:v>634</c:v>
                </c:pt>
                <c:pt idx="378">
                  <c:v>634</c:v>
                </c:pt>
                <c:pt idx="379">
                  <c:v>635</c:v>
                </c:pt>
                <c:pt idx="380">
                  <c:v>637</c:v>
                </c:pt>
                <c:pt idx="381">
                  <c:v>637</c:v>
                </c:pt>
                <c:pt idx="382">
                  <c:v>637</c:v>
                </c:pt>
                <c:pt idx="383">
                  <c:v>637</c:v>
                </c:pt>
                <c:pt idx="384">
                  <c:v>637</c:v>
                </c:pt>
                <c:pt idx="385">
                  <c:v>637</c:v>
                </c:pt>
                <c:pt idx="386">
                  <c:v>637</c:v>
                </c:pt>
                <c:pt idx="387">
                  <c:v>637</c:v>
                </c:pt>
                <c:pt idx="388">
                  <c:v>637</c:v>
                </c:pt>
                <c:pt idx="389">
                  <c:v>637</c:v>
                </c:pt>
                <c:pt idx="390">
                  <c:v>637</c:v>
                </c:pt>
                <c:pt idx="391">
                  <c:v>636</c:v>
                </c:pt>
                <c:pt idx="392">
                  <c:v>636</c:v>
                </c:pt>
                <c:pt idx="393">
                  <c:v>637</c:v>
                </c:pt>
                <c:pt idx="394">
                  <c:v>635</c:v>
                </c:pt>
                <c:pt idx="395">
                  <c:v>635</c:v>
                </c:pt>
                <c:pt idx="396">
                  <c:v>635</c:v>
                </c:pt>
                <c:pt idx="397">
                  <c:v>635</c:v>
                </c:pt>
                <c:pt idx="398">
                  <c:v>634</c:v>
                </c:pt>
                <c:pt idx="399">
                  <c:v>634</c:v>
                </c:pt>
                <c:pt idx="400">
                  <c:v>634</c:v>
                </c:pt>
                <c:pt idx="401">
                  <c:v>634</c:v>
                </c:pt>
                <c:pt idx="402">
                  <c:v>634</c:v>
                </c:pt>
                <c:pt idx="403">
                  <c:v>634</c:v>
                </c:pt>
                <c:pt idx="404">
                  <c:v>634</c:v>
                </c:pt>
                <c:pt idx="405">
                  <c:v>634</c:v>
                </c:pt>
                <c:pt idx="406">
                  <c:v>634</c:v>
                </c:pt>
                <c:pt idx="407">
                  <c:v>634</c:v>
                </c:pt>
                <c:pt idx="408">
                  <c:v>611</c:v>
                </c:pt>
                <c:pt idx="409">
                  <c:v>613</c:v>
                </c:pt>
                <c:pt idx="410">
                  <c:v>613</c:v>
                </c:pt>
                <c:pt idx="411">
                  <c:v>613</c:v>
                </c:pt>
                <c:pt idx="412">
                  <c:v>613</c:v>
                </c:pt>
                <c:pt idx="413">
                  <c:v>613</c:v>
                </c:pt>
                <c:pt idx="414">
                  <c:v>613</c:v>
                </c:pt>
                <c:pt idx="415">
                  <c:v>613</c:v>
                </c:pt>
                <c:pt idx="416">
                  <c:v>613</c:v>
                </c:pt>
                <c:pt idx="417">
                  <c:v>613</c:v>
                </c:pt>
                <c:pt idx="418">
                  <c:v>613</c:v>
                </c:pt>
                <c:pt idx="419">
                  <c:v>613</c:v>
                </c:pt>
                <c:pt idx="420">
                  <c:v>613</c:v>
                </c:pt>
                <c:pt idx="421">
                  <c:v>613</c:v>
                </c:pt>
                <c:pt idx="422">
                  <c:v>612</c:v>
                </c:pt>
                <c:pt idx="423">
                  <c:v>610</c:v>
                </c:pt>
                <c:pt idx="424">
                  <c:v>611</c:v>
                </c:pt>
                <c:pt idx="425">
                  <c:v>613</c:v>
                </c:pt>
                <c:pt idx="426">
                  <c:v>613</c:v>
                </c:pt>
                <c:pt idx="427">
                  <c:v>612</c:v>
                </c:pt>
                <c:pt idx="428">
                  <c:v>611</c:v>
                </c:pt>
                <c:pt idx="429">
                  <c:v>610</c:v>
                </c:pt>
                <c:pt idx="430">
                  <c:v>610</c:v>
                </c:pt>
                <c:pt idx="431">
                  <c:v>610</c:v>
                </c:pt>
                <c:pt idx="432">
                  <c:v>610</c:v>
                </c:pt>
                <c:pt idx="433">
                  <c:v>610</c:v>
                </c:pt>
                <c:pt idx="434">
                  <c:v>610</c:v>
                </c:pt>
                <c:pt idx="435">
                  <c:v>610</c:v>
                </c:pt>
                <c:pt idx="436">
                  <c:v>610</c:v>
                </c:pt>
                <c:pt idx="437">
                  <c:v>610</c:v>
                </c:pt>
                <c:pt idx="438">
                  <c:v>610</c:v>
                </c:pt>
                <c:pt idx="439">
                  <c:v>610</c:v>
                </c:pt>
                <c:pt idx="440">
                  <c:v>589</c:v>
                </c:pt>
                <c:pt idx="441">
                  <c:v>589</c:v>
                </c:pt>
                <c:pt idx="442">
                  <c:v>589</c:v>
                </c:pt>
                <c:pt idx="443">
                  <c:v>589</c:v>
                </c:pt>
                <c:pt idx="444">
                  <c:v>589</c:v>
                </c:pt>
                <c:pt idx="445">
                  <c:v>589</c:v>
                </c:pt>
                <c:pt idx="446">
                  <c:v>589</c:v>
                </c:pt>
                <c:pt idx="447">
                  <c:v>589</c:v>
                </c:pt>
                <c:pt idx="448">
                  <c:v>589</c:v>
                </c:pt>
                <c:pt idx="449">
                  <c:v>589</c:v>
                </c:pt>
                <c:pt idx="450">
                  <c:v>590</c:v>
                </c:pt>
                <c:pt idx="451">
                  <c:v>590</c:v>
                </c:pt>
                <c:pt idx="452">
                  <c:v>589</c:v>
                </c:pt>
                <c:pt idx="453">
                  <c:v>590</c:v>
                </c:pt>
                <c:pt idx="454">
                  <c:v>589</c:v>
                </c:pt>
                <c:pt idx="455">
                  <c:v>589</c:v>
                </c:pt>
                <c:pt idx="456">
                  <c:v>589</c:v>
                </c:pt>
                <c:pt idx="457">
                  <c:v>590</c:v>
                </c:pt>
                <c:pt idx="458">
                  <c:v>589</c:v>
                </c:pt>
                <c:pt idx="459">
                  <c:v>589</c:v>
                </c:pt>
                <c:pt idx="460">
                  <c:v>589</c:v>
                </c:pt>
                <c:pt idx="461">
                  <c:v>590</c:v>
                </c:pt>
                <c:pt idx="462">
                  <c:v>589</c:v>
                </c:pt>
                <c:pt idx="463">
                  <c:v>589</c:v>
                </c:pt>
                <c:pt idx="464">
                  <c:v>589</c:v>
                </c:pt>
                <c:pt idx="465">
                  <c:v>590</c:v>
                </c:pt>
                <c:pt idx="466">
                  <c:v>589</c:v>
                </c:pt>
                <c:pt idx="467">
                  <c:v>585</c:v>
                </c:pt>
                <c:pt idx="468">
                  <c:v>562</c:v>
                </c:pt>
                <c:pt idx="469">
                  <c:v>563</c:v>
                </c:pt>
                <c:pt idx="470">
                  <c:v>565</c:v>
                </c:pt>
                <c:pt idx="471">
                  <c:v>565</c:v>
                </c:pt>
                <c:pt idx="472">
                  <c:v>565</c:v>
                </c:pt>
                <c:pt idx="473">
                  <c:v>565</c:v>
                </c:pt>
                <c:pt idx="474">
                  <c:v>565</c:v>
                </c:pt>
                <c:pt idx="475">
                  <c:v>565</c:v>
                </c:pt>
                <c:pt idx="476">
                  <c:v>565</c:v>
                </c:pt>
                <c:pt idx="477">
                  <c:v>565</c:v>
                </c:pt>
                <c:pt idx="478">
                  <c:v>564</c:v>
                </c:pt>
                <c:pt idx="479">
                  <c:v>564</c:v>
                </c:pt>
                <c:pt idx="480">
                  <c:v>564</c:v>
                </c:pt>
                <c:pt idx="481">
                  <c:v>564</c:v>
                </c:pt>
                <c:pt idx="482">
                  <c:v>563</c:v>
                </c:pt>
                <c:pt idx="483">
                  <c:v>562</c:v>
                </c:pt>
                <c:pt idx="484">
                  <c:v>562</c:v>
                </c:pt>
                <c:pt idx="485">
                  <c:v>561</c:v>
                </c:pt>
                <c:pt idx="486">
                  <c:v>562</c:v>
                </c:pt>
                <c:pt idx="487">
                  <c:v>562</c:v>
                </c:pt>
                <c:pt idx="488">
                  <c:v>562</c:v>
                </c:pt>
                <c:pt idx="489">
                  <c:v>560</c:v>
                </c:pt>
                <c:pt idx="490">
                  <c:v>559</c:v>
                </c:pt>
                <c:pt idx="491">
                  <c:v>559</c:v>
                </c:pt>
                <c:pt idx="492">
                  <c:v>559</c:v>
                </c:pt>
                <c:pt idx="493">
                  <c:v>559</c:v>
                </c:pt>
                <c:pt idx="494">
                  <c:v>559</c:v>
                </c:pt>
                <c:pt idx="495">
                  <c:v>559</c:v>
                </c:pt>
                <c:pt idx="496">
                  <c:v>559</c:v>
                </c:pt>
                <c:pt idx="497">
                  <c:v>559</c:v>
                </c:pt>
                <c:pt idx="498">
                  <c:v>558</c:v>
                </c:pt>
                <c:pt idx="499">
                  <c:v>535</c:v>
                </c:pt>
                <c:pt idx="500">
                  <c:v>536</c:v>
                </c:pt>
                <c:pt idx="501">
                  <c:v>538</c:v>
                </c:pt>
                <c:pt idx="502">
                  <c:v>538</c:v>
                </c:pt>
                <c:pt idx="503">
                  <c:v>538</c:v>
                </c:pt>
                <c:pt idx="504">
                  <c:v>538</c:v>
                </c:pt>
                <c:pt idx="505">
                  <c:v>538</c:v>
                </c:pt>
                <c:pt idx="506">
                  <c:v>538</c:v>
                </c:pt>
                <c:pt idx="507">
                  <c:v>535</c:v>
                </c:pt>
                <c:pt idx="508">
                  <c:v>535</c:v>
                </c:pt>
                <c:pt idx="509">
                  <c:v>535</c:v>
                </c:pt>
                <c:pt idx="510">
                  <c:v>535</c:v>
                </c:pt>
                <c:pt idx="511">
                  <c:v>534</c:v>
                </c:pt>
                <c:pt idx="512">
                  <c:v>532</c:v>
                </c:pt>
                <c:pt idx="513">
                  <c:v>532</c:v>
                </c:pt>
                <c:pt idx="514">
                  <c:v>532</c:v>
                </c:pt>
                <c:pt idx="515">
                  <c:v>530</c:v>
                </c:pt>
                <c:pt idx="516">
                  <c:v>529</c:v>
                </c:pt>
                <c:pt idx="517">
                  <c:v>529</c:v>
                </c:pt>
                <c:pt idx="518">
                  <c:v>527</c:v>
                </c:pt>
                <c:pt idx="519">
                  <c:v>527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B06E-48A9-BD24-8F2C837CF42F}"/>
            </c:ext>
          </c:extLst>
        </c:ser>
        <c:ser>
          <c:idx val="18"/>
          <c:order val="18"/>
          <c:tx>
            <c:strRef>
              <c:f>Sheet1!$AE$1</c:f>
              <c:strCache>
                <c:ptCount val="1"/>
                <c:pt idx="0">
                  <c:v>cell19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Sheet1!$AE$2:$AE$521</c:f>
              <c:numCache>
                <c:formatCode>General</c:formatCode>
                <c:ptCount val="520"/>
                <c:pt idx="0">
                  <c:v>962</c:v>
                </c:pt>
                <c:pt idx="1">
                  <c:v>961</c:v>
                </c:pt>
                <c:pt idx="2">
                  <c:v>961</c:v>
                </c:pt>
                <c:pt idx="3">
                  <c:v>961</c:v>
                </c:pt>
                <c:pt idx="4">
                  <c:v>961</c:v>
                </c:pt>
                <c:pt idx="5">
                  <c:v>961</c:v>
                </c:pt>
                <c:pt idx="6">
                  <c:v>961</c:v>
                </c:pt>
                <c:pt idx="7">
                  <c:v>960</c:v>
                </c:pt>
                <c:pt idx="8">
                  <c:v>959</c:v>
                </c:pt>
                <c:pt idx="9">
                  <c:v>959</c:v>
                </c:pt>
                <c:pt idx="10">
                  <c:v>885</c:v>
                </c:pt>
                <c:pt idx="11">
                  <c:v>886</c:v>
                </c:pt>
                <c:pt idx="12">
                  <c:v>886</c:v>
                </c:pt>
                <c:pt idx="13">
                  <c:v>886</c:v>
                </c:pt>
                <c:pt idx="14">
                  <c:v>886</c:v>
                </c:pt>
                <c:pt idx="15">
                  <c:v>886</c:v>
                </c:pt>
                <c:pt idx="16">
                  <c:v>886</c:v>
                </c:pt>
                <c:pt idx="17">
                  <c:v>886</c:v>
                </c:pt>
                <c:pt idx="18">
                  <c:v>886</c:v>
                </c:pt>
                <c:pt idx="19">
                  <c:v>886</c:v>
                </c:pt>
                <c:pt idx="20">
                  <c:v>886</c:v>
                </c:pt>
                <c:pt idx="21">
                  <c:v>886</c:v>
                </c:pt>
                <c:pt idx="22">
                  <c:v>886</c:v>
                </c:pt>
                <c:pt idx="23">
                  <c:v>886</c:v>
                </c:pt>
                <c:pt idx="24">
                  <c:v>886</c:v>
                </c:pt>
                <c:pt idx="25">
                  <c:v>886</c:v>
                </c:pt>
                <c:pt idx="26">
                  <c:v>886</c:v>
                </c:pt>
                <c:pt idx="27">
                  <c:v>886</c:v>
                </c:pt>
                <c:pt idx="28">
                  <c:v>886</c:v>
                </c:pt>
                <c:pt idx="29">
                  <c:v>886</c:v>
                </c:pt>
                <c:pt idx="30">
                  <c:v>886</c:v>
                </c:pt>
                <c:pt idx="31">
                  <c:v>886</c:v>
                </c:pt>
                <c:pt idx="32">
                  <c:v>886</c:v>
                </c:pt>
                <c:pt idx="33">
                  <c:v>886</c:v>
                </c:pt>
                <c:pt idx="34">
                  <c:v>886</c:v>
                </c:pt>
                <c:pt idx="35">
                  <c:v>886</c:v>
                </c:pt>
                <c:pt idx="36">
                  <c:v>886</c:v>
                </c:pt>
                <c:pt idx="37">
                  <c:v>886</c:v>
                </c:pt>
                <c:pt idx="38">
                  <c:v>886</c:v>
                </c:pt>
                <c:pt idx="39">
                  <c:v>886</c:v>
                </c:pt>
                <c:pt idx="40">
                  <c:v>886</c:v>
                </c:pt>
                <c:pt idx="41">
                  <c:v>863</c:v>
                </c:pt>
                <c:pt idx="42">
                  <c:v>863</c:v>
                </c:pt>
                <c:pt idx="43">
                  <c:v>864</c:v>
                </c:pt>
                <c:pt idx="44">
                  <c:v>863</c:v>
                </c:pt>
                <c:pt idx="45">
                  <c:v>865</c:v>
                </c:pt>
                <c:pt idx="46">
                  <c:v>864</c:v>
                </c:pt>
                <c:pt idx="47">
                  <c:v>864</c:v>
                </c:pt>
                <c:pt idx="48">
                  <c:v>864</c:v>
                </c:pt>
                <c:pt idx="49">
                  <c:v>865</c:v>
                </c:pt>
                <c:pt idx="50">
                  <c:v>864</c:v>
                </c:pt>
                <c:pt idx="51">
                  <c:v>863</c:v>
                </c:pt>
                <c:pt idx="52">
                  <c:v>865</c:v>
                </c:pt>
                <c:pt idx="53">
                  <c:v>864</c:v>
                </c:pt>
                <c:pt idx="54">
                  <c:v>865</c:v>
                </c:pt>
                <c:pt idx="55">
                  <c:v>864</c:v>
                </c:pt>
                <c:pt idx="56">
                  <c:v>864</c:v>
                </c:pt>
                <c:pt idx="57">
                  <c:v>864</c:v>
                </c:pt>
                <c:pt idx="58">
                  <c:v>864</c:v>
                </c:pt>
                <c:pt idx="59">
                  <c:v>864</c:v>
                </c:pt>
                <c:pt idx="60">
                  <c:v>864</c:v>
                </c:pt>
                <c:pt idx="61">
                  <c:v>863</c:v>
                </c:pt>
                <c:pt idx="62">
                  <c:v>865</c:v>
                </c:pt>
                <c:pt idx="63">
                  <c:v>864</c:v>
                </c:pt>
                <c:pt idx="64">
                  <c:v>865</c:v>
                </c:pt>
                <c:pt idx="65">
                  <c:v>864</c:v>
                </c:pt>
                <c:pt idx="66">
                  <c:v>863</c:v>
                </c:pt>
                <c:pt idx="67">
                  <c:v>864</c:v>
                </c:pt>
                <c:pt idx="68">
                  <c:v>865</c:v>
                </c:pt>
                <c:pt idx="69">
                  <c:v>864</c:v>
                </c:pt>
                <c:pt idx="70">
                  <c:v>864</c:v>
                </c:pt>
                <c:pt idx="71">
                  <c:v>865</c:v>
                </c:pt>
                <c:pt idx="72">
                  <c:v>842</c:v>
                </c:pt>
                <c:pt idx="73">
                  <c:v>842</c:v>
                </c:pt>
                <c:pt idx="74">
                  <c:v>843</c:v>
                </c:pt>
                <c:pt idx="75">
                  <c:v>842</c:v>
                </c:pt>
                <c:pt idx="76">
                  <c:v>842</c:v>
                </c:pt>
                <c:pt idx="77">
                  <c:v>843</c:v>
                </c:pt>
                <c:pt idx="78">
                  <c:v>843</c:v>
                </c:pt>
                <c:pt idx="79">
                  <c:v>843</c:v>
                </c:pt>
                <c:pt idx="80">
                  <c:v>844</c:v>
                </c:pt>
                <c:pt idx="81">
                  <c:v>843</c:v>
                </c:pt>
                <c:pt idx="82">
                  <c:v>843</c:v>
                </c:pt>
                <c:pt idx="83">
                  <c:v>843</c:v>
                </c:pt>
                <c:pt idx="84">
                  <c:v>843</c:v>
                </c:pt>
                <c:pt idx="85">
                  <c:v>843</c:v>
                </c:pt>
                <c:pt idx="86">
                  <c:v>842</c:v>
                </c:pt>
                <c:pt idx="87">
                  <c:v>843</c:v>
                </c:pt>
                <c:pt idx="88">
                  <c:v>842</c:v>
                </c:pt>
                <c:pt idx="89">
                  <c:v>842</c:v>
                </c:pt>
                <c:pt idx="90">
                  <c:v>842</c:v>
                </c:pt>
                <c:pt idx="91">
                  <c:v>843</c:v>
                </c:pt>
                <c:pt idx="92">
                  <c:v>842</c:v>
                </c:pt>
                <c:pt idx="93">
                  <c:v>843</c:v>
                </c:pt>
                <c:pt idx="94">
                  <c:v>844</c:v>
                </c:pt>
                <c:pt idx="95">
                  <c:v>844</c:v>
                </c:pt>
                <c:pt idx="96">
                  <c:v>844</c:v>
                </c:pt>
                <c:pt idx="97">
                  <c:v>843</c:v>
                </c:pt>
                <c:pt idx="98">
                  <c:v>843</c:v>
                </c:pt>
                <c:pt idx="99">
                  <c:v>844</c:v>
                </c:pt>
                <c:pt idx="100">
                  <c:v>842</c:v>
                </c:pt>
                <c:pt idx="101">
                  <c:v>843</c:v>
                </c:pt>
                <c:pt idx="102">
                  <c:v>842</c:v>
                </c:pt>
                <c:pt idx="103">
                  <c:v>841</c:v>
                </c:pt>
                <c:pt idx="104">
                  <c:v>820</c:v>
                </c:pt>
                <c:pt idx="105">
                  <c:v>820</c:v>
                </c:pt>
                <c:pt idx="106">
                  <c:v>820</c:v>
                </c:pt>
                <c:pt idx="107">
                  <c:v>820</c:v>
                </c:pt>
                <c:pt idx="108">
                  <c:v>820</c:v>
                </c:pt>
                <c:pt idx="109">
                  <c:v>820</c:v>
                </c:pt>
                <c:pt idx="110">
                  <c:v>820</c:v>
                </c:pt>
                <c:pt idx="111">
                  <c:v>820</c:v>
                </c:pt>
                <c:pt idx="112">
                  <c:v>820</c:v>
                </c:pt>
                <c:pt idx="113">
                  <c:v>820</c:v>
                </c:pt>
                <c:pt idx="114">
                  <c:v>820</c:v>
                </c:pt>
                <c:pt idx="115">
                  <c:v>820</c:v>
                </c:pt>
                <c:pt idx="116">
                  <c:v>820</c:v>
                </c:pt>
                <c:pt idx="117">
                  <c:v>820</c:v>
                </c:pt>
                <c:pt idx="118">
                  <c:v>820</c:v>
                </c:pt>
                <c:pt idx="119">
                  <c:v>820</c:v>
                </c:pt>
                <c:pt idx="120">
                  <c:v>820</c:v>
                </c:pt>
                <c:pt idx="121">
                  <c:v>820</c:v>
                </c:pt>
                <c:pt idx="122">
                  <c:v>820</c:v>
                </c:pt>
                <c:pt idx="123">
                  <c:v>821</c:v>
                </c:pt>
                <c:pt idx="124">
                  <c:v>820</c:v>
                </c:pt>
                <c:pt idx="125">
                  <c:v>820</c:v>
                </c:pt>
                <c:pt idx="126">
                  <c:v>820</c:v>
                </c:pt>
                <c:pt idx="127">
                  <c:v>821</c:v>
                </c:pt>
                <c:pt idx="128">
                  <c:v>820</c:v>
                </c:pt>
                <c:pt idx="129">
                  <c:v>820</c:v>
                </c:pt>
                <c:pt idx="130">
                  <c:v>820</c:v>
                </c:pt>
                <c:pt idx="131">
                  <c:v>820</c:v>
                </c:pt>
                <c:pt idx="132">
                  <c:v>820</c:v>
                </c:pt>
                <c:pt idx="133">
                  <c:v>820</c:v>
                </c:pt>
                <c:pt idx="134">
                  <c:v>820</c:v>
                </c:pt>
                <c:pt idx="135">
                  <c:v>799</c:v>
                </c:pt>
                <c:pt idx="136">
                  <c:v>799</c:v>
                </c:pt>
                <c:pt idx="137">
                  <c:v>799</c:v>
                </c:pt>
                <c:pt idx="138">
                  <c:v>799</c:v>
                </c:pt>
                <c:pt idx="139">
                  <c:v>799</c:v>
                </c:pt>
                <c:pt idx="140">
                  <c:v>799</c:v>
                </c:pt>
                <c:pt idx="141">
                  <c:v>799</c:v>
                </c:pt>
                <c:pt idx="142">
                  <c:v>799</c:v>
                </c:pt>
                <c:pt idx="143">
                  <c:v>799</c:v>
                </c:pt>
                <c:pt idx="144">
                  <c:v>799</c:v>
                </c:pt>
                <c:pt idx="145">
                  <c:v>799</c:v>
                </c:pt>
                <c:pt idx="146">
                  <c:v>799</c:v>
                </c:pt>
                <c:pt idx="147">
                  <c:v>799</c:v>
                </c:pt>
                <c:pt idx="148">
                  <c:v>799</c:v>
                </c:pt>
                <c:pt idx="149">
                  <c:v>799</c:v>
                </c:pt>
                <c:pt idx="150">
                  <c:v>799</c:v>
                </c:pt>
                <c:pt idx="151">
                  <c:v>799</c:v>
                </c:pt>
                <c:pt idx="152">
                  <c:v>799</c:v>
                </c:pt>
                <c:pt idx="153">
                  <c:v>799</c:v>
                </c:pt>
                <c:pt idx="154">
                  <c:v>800</c:v>
                </c:pt>
                <c:pt idx="155">
                  <c:v>799</c:v>
                </c:pt>
                <c:pt idx="156">
                  <c:v>799</c:v>
                </c:pt>
                <c:pt idx="157">
                  <c:v>799</c:v>
                </c:pt>
                <c:pt idx="158">
                  <c:v>799</c:v>
                </c:pt>
                <c:pt idx="159">
                  <c:v>799</c:v>
                </c:pt>
                <c:pt idx="160">
                  <c:v>799</c:v>
                </c:pt>
                <c:pt idx="161">
                  <c:v>799</c:v>
                </c:pt>
                <c:pt idx="162">
                  <c:v>799</c:v>
                </c:pt>
                <c:pt idx="163">
                  <c:v>783</c:v>
                </c:pt>
                <c:pt idx="164">
                  <c:v>778</c:v>
                </c:pt>
                <c:pt idx="165">
                  <c:v>778</c:v>
                </c:pt>
                <c:pt idx="166">
                  <c:v>778</c:v>
                </c:pt>
                <c:pt idx="167">
                  <c:v>779</c:v>
                </c:pt>
                <c:pt idx="168">
                  <c:v>778</c:v>
                </c:pt>
                <c:pt idx="169">
                  <c:v>778</c:v>
                </c:pt>
                <c:pt idx="170">
                  <c:v>779</c:v>
                </c:pt>
                <c:pt idx="171">
                  <c:v>780</c:v>
                </c:pt>
                <c:pt idx="172">
                  <c:v>779</c:v>
                </c:pt>
                <c:pt idx="173">
                  <c:v>779</c:v>
                </c:pt>
                <c:pt idx="174">
                  <c:v>779</c:v>
                </c:pt>
                <c:pt idx="175">
                  <c:v>779</c:v>
                </c:pt>
                <c:pt idx="176">
                  <c:v>779</c:v>
                </c:pt>
                <c:pt idx="177">
                  <c:v>779</c:v>
                </c:pt>
                <c:pt idx="178">
                  <c:v>779</c:v>
                </c:pt>
                <c:pt idx="179">
                  <c:v>779</c:v>
                </c:pt>
                <c:pt idx="180">
                  <c:v>780</c:v>
                </c:pt>
                <c:pt idx="181">
                  <c:v>779</c:v>
                </c:pt>
                <c:pt idx="182">
                  <c:v>780</c:v>
                </c:pt>
                <c:pt idx="183">
                  <c:v>778</c:v>
                </c:pt>
                <c:pt idx="184">
                  <c:v>778</c:v>
                </c:pt>
                <c:pt idx="185">
                  <c:v>779</c:v>
                </c:pt>
                <c:pt idx="186">
                  <c:v>779</c:v>
                </c:pt>
                <c:pt idx="187">
                  <c:v>779</c:v>
                </c:pt>
                <c:pt idx="188">
                  <c:v>779</c:v>
                </c:pt>
                <c:pt idx="189">
                  <c:v>780</c:v>
                </c:pt>
                <c:pt idx="190">
                  <c:v>780</c:v>
                </c:pt>
                <c:pt idx="191">
                  <c:v>779</c:v>
                </c:pt>
                <c:pt idx="192">
                  <c:v>778</c:v>
                </c:pt>
                <c:pt idx="193">
                  <c:v>780</c:v>
                </c:pt>
                <c:pt idx="194">
                  <c:v>757</c:v>
                </c:pt>
                <c:pt idx="195">
                  <c:v>757</c:v>
                </c:pt>
                <c:pt idx="196">
                  <c:v>757</c:v>
                </c:pt>
                <c:pt idx="197">
                  <c:v>757</c:v>
                </c:pt>
                <c:pt idx="198">
                  <c:v>757</c:v>
                </c:pt>
                <c:pt idx="199">
                  <c:v>758</c:v>
                </c:pt>
                <c:pt idx="200">
                  <c:v>758</c:v>
                </c:pt>
                <c:pt idx="201">
                  <c:v>757</c:v>
                </c:pt>
                <c:pt idx="202">
                  <c:v>758</c:v>
                </c:pt>
                <c:pt idx="203">
                  <c:v>758</c:v>
                </c:pt>
                <c:pt idx="204">
                  <c:v>758</c:v>
                </c:pt>
                <c:pt idx="205">
                  <c:v>759</c:v>
                </c:pt>
                <c:pt idx="206">
                  <c:v>758</c:v>
                </c:pt>
                <c:pt idx="207">
                  <c:v>758</c:v>
                </c:pt>
                <c:pt idx="208">
                  <c:v>758</c:v>
                </c:pt>
                <c:pt idx="209">
                  <c:v>757</c:v>
                </c:pt>
                <c:pt idx="210">
                  <c:v>758</c:v>
                </c:pt>
                <c:pt idx="211">
                  <c:v>758</c:v>
                </c:pt>
                <c:pt idx="212">
                  <c:v>758</c:v>
                </c:pt>
                <c:pt idx="213">
                  <c:v>758</c:v>
                </c:pt>
                <c:pt idx="214">
                  <c:v>758</c:v>
                </c:pt>
                <c:pt idx="215">
                  <c:v>759</c:v>
                </c:pt>
                <c:pt idx="216">
                  <c:v>758</c:v>
                </c:pt>
                <c:pt idx="217">
                  <c:v>760</c:v>
                </c:pt>
                <c:pt idx="218">
                  <c:v>758</c:v>
                </c:pt>
                <c:pt idx="219">
                  <c:v>757</c:v>
                </c:pt>
                <c:pt idx="220">
                  <c:v>758</c:v>
                </c:pt>
                <c:pt idx="221">
                  <c:v>759</c:v>
                </c:pt>
                <c:pt idx="222">
                  <c:v>759</c:v>
                </c:pt>
                <c:pt idx="223">
                  <c:v>759</c:v>
                </c:pt>
                <c:pt idx="224">
                  <c:v>758</c:v>
                </c:pt>
                <c:pt idx="225">
                  <c:v>759</c:v>
                </c:pt>
                <c:pt idx="226">
                  <c:v>739</c:v>
                </c:pt>
                <c:pt idx="227">
                  <c:v>739</c:v>
                </c:pt>
                <c:pt idx="228">
                  <c:v>739</c:v>
                </c:pt>
                <c:pt idx="229">
                  <c:v>739</c:v>
                </c:pt>
                <c:pt idx="230">
                  <c:v>739</c:v>
                </c:pt>
                <c:pt idx="231">
                  <c:v>739</c:v>
                </c:pt>
                <c:pt idx="232">
                  <c:v>739</c:v>
                </c:pt>
                <c:pt idx="233">
                  <c:v>739</c:v>
                </c:pt>
                <c:pt idx="234">
                  <c:v>739</c:v>
                </c:pt>
                <c:pt idx="235">
                  <c:v>739</c:v>
                </c:pt>
                <c:pt idx="236">
                  <c:v>739</c:v>
                </c:pt>
                <c:pt idx="237">
                  <c:v>739</c:v>
                </c:pt>
                <c:pt idx="238">
                  <c:v>739</c:v>
                </c:pt>
                <c:pt idx="239">
                  <c:v>739</c:v>
                </c:pt>
                <c:pt idx="240">
                  <c:v>739</c:v>
                </c:pt>
                <c:pt idx="241">
                  <c:v>739</c:v>
                </c:pt>
                <c:pt idx="242">
                  <c:v>739</c:v>
                </c:pt>
                <c:pt idx="243">
                  <c:v>739</c:v>
                </c:pt>
                <c:pt idx="244">
                  <c:v>739</c:v>
                </c:pt>
                <c:pt idx="245">
                  <c:v>739</c:v>
                </c:pt>
                <c:pt idx="246">
                  <c:v>739</c:v>
                </c:pt>
                <c:pt idx="247">
                  <c:v>739</c:v>
                </c:pt>
                <c:pt idx="248">
                  <c:v>739</c:v>
                </c:pt>
                <c:pt idx="249">
                  <c:v>739</c:v>
                </c:pt>
                <c:pt idx="250">
                  <c:v>739</c:v>
                </c:pt>
                <c:pt idx="251">
                  <c:v>739</c:v>
                </c:pt>
                <c:pt idx="252">
                  <c:v>739</c:v>
                </c:pt>
                <c:pt idx="253">
                  <c:v>739</c:v>
                </c:pt>
                <c:pt idx="254">
                  <c:v>739</c:v>
                </c:pt>
                <c:pt idx="255">
                  <c:v>739</c:v>
                </c:pt>
                <c:pt idx="256">
                  <c:v>718</c:v>
                </c:pt>
                <c:pt idx="257">
                  <c:v>718</c:v>
                </c:pt>
                <c:pt idx="258">
                  <c:v>718</c:v>
                </c:pt>
                <c:pt idx="259">
                  <c:v>718</c:v>
                </c:pt>
                <c:pt idx="260">
                  <c:v>718</c:v>
                </c:pt>
                <c:pt idx="261">
                  <c:v>718</c:v>
                </c:pt>
                <c:pt idx="262">
                  <c:v>718</c:v>
                </c:pt>
                <c:pt idx="263">
                  <c:v>718</c:v>
                </c:pt>
                <c:pt idx="264">
                  <c:v>718</c:v>
                </c:pt>
                <c:pt idx="265">
                  <c:v>718</c:v>
                </c:pt>
                <c:pt idx="266">
                  <c:v>718</c:v>
                </c:pt>
                <c:pt idx="267">
                  <c:v>718</c:v>
                </c:pt>
                <c:pt idx="268">
                  <c:v>718</c:v>
                </c:pt>
                <c:pt idx="269">
                  <c:v>718</c:v>
                </c:pt>
                <c:pt idx="270">
                  <c:v>718</c:v>
                </c:pt>
                <c:pt idx="271">
                  <c:v>718</c:v>
                </c:pt>
                <c:pt idx="272">
                  <c:v>718</c:v>
                </c:pt>
                <c:pt idx="273">
                  <c:v>718</c:v>
                </c:pt>
                <c:pt idx="274">
                  <c:v>719</c:v>
                </c:pt>
                <c:pt idx="275">
                  <c:v>718</c:v>
                </c:pt>
                <c:pt idx="276">
                  <c:v>718</c:v>
                </c:pt>
                <c:pt idx="277">
                  <c:v>719</c:v>
                </c:pt>
                <c:pt idx="278">
                  <c:v>718</c:v>
                </c:pt>
                <c:pt idx="279">
                  <c:v>718</c:v>
                </c:pt>
                <c:pt idx="280">
                  <c:v>718</c:v>
                </c:pt>
                <c:pt idx="281">
                  <c:v>718</c:v>
                </c:pt>
                <c:pt idx="282">
                  <c:v>718</c:v>
                </c:pt>
                <c:pt idx="283">
                  <c:v>718</c:v>
                </c:pt>
                <c:pt idx="284">
                  <c:v>718</c:v>
                </c:pt>
                <c:pt idx="285">
                  <c:v>718</c:v>
                </c:pt>
                <c:pt idx="286">
                  <c:v>711</c:v>
                </c:pt>
                <c:pt idx="287">
                  <c:v>697</c:v>
                </c:pt>
                <c:pt idx="288">
                  <c:v>697</c:v>
                </c:pt>
                <c:pt idx="289">
                  <c:v>697</c:v>
                </c:pt>
                <c:pt idx="290">
                  <c:v>697</c:v>
                </c:pt>
                <c:pt idx="291">
                  <c:v>697</c:v>
                </c:pt>
                <c:pt idx="292">
                  <c:v>698</c:v>
                </c:pt>
                <c:pt idx="293">
                  <c:v>698</c:v>
                </c:pt>
                <c:pt idx="294">
                  <c:v>699</c:v>
                </c:pt>
                <c:pt idx="295">
                  <c:v>699</c:v>
                </c:pt>
                <c:pt idx="296">
                  <c:v>698</c:v>
                </c:pt>
                <c:pt idx="297">
                  <c:v>698</c:v>
                </c:pt>
                <c:pt idx="298">
                  <c:v>698</c:v>
                </c:pt>
                <c:pt idx="299">
                  <c:v>699</c:v>
                </c:pt>
                <c:pt idx="300">
                  <c:v>698</c:v>
                </c:pt>
                <c:pt idx="301">
                  <c:v>700</c:v>
                </c:pt>
                <c:pt idx="302">
                  <c:v>699</c:v>
                </c:pt>
                <c:pt idx="303">
                  <c:v>698</c:v>
                </c:pt>
                <c:pt idx="304">
                  <c:v>699</c:v>
                </c:pt>
                <c:pt idx="305">
                  <c:v>698</c:v>
                </c:pt>
                <c:pt idx="306">
                  <c:v>698</c:v>
                </c:pt>
                <c:pt idx="307">
                  <c:v>700</c:v>
                </c:pt>
                <c:pt idx="308">
                  <c:v>699</c:v>
                </c:pt>
                <c:pt idx="309">
                  <c:v>699</c:v>
                </c:pt>
                <c:pt idx="310">
                  <c:v>700</c:v>
                </c:pt>
                <c:pt idx="311">
                  <c:v>699</c:v>
                </c:pt>
                <c:pt idx="312">
                  <c:v>700</c:v>
                </c:pt>
                <c:pt idx="313">
                  <c:v>700</c:v>
                </c:pt>
                <c:pt idx="314">
                  <c:v>699</c:v>
                </c:pt>
                <c:pt idx="315">
                  <c:v>699</c:v>
                </c:pt>
                <c:pt idx="316">
                  <c:v>696</c:v>
                </c:pt>
                <c:pt idx="317">
                  <c:v>676</c:v>
                </c:pt>
                <c:pt idx="318">
                  <c:v>677</c:v>
                </c:pt>
                <c:pt idx="319">
                  <c:v>677</c:v>
                </c:pt>
                <c:pt idx="320">
                  <c:v>679</c:v>
                </c:pt>
                <c:pt idx="321">
                  <c:v>679</c:v>
                </c:pt>
                <c:pt idx="322">
                  <c:v>679</c:v>
                </c:pt>
                <c:pt idx="323">
                  <c:v>679</c:v>
                </c:pt>
                <c:pt idx="324">
                  <c:v>679</c:v>
                </c:pt>
                <c:pt idx="325">
                  <c:v>679</c:v>
                </c:pt>
                <c:pt idx="326">
                  <c:v>679</c:v>
                </c:pt>
                <c:pt idx="327">
                  <c:v>679</c:v>
                </c:pt>
                <c:pt idx="328">
                  <c:v>677</c:v>
                </c:pt>
                <c:pt idx="329">
                  <c:v>679</c:v>
                </c:pt>
                <c:pt idx="330">
                  <c:v>679</c:v>
                </c:pt>
                <c:pt idx="331">
                  <c:v>679</c:v>
                </c:pt>
                <c:pt idx="332">
                  <c:v>679</c:v>
                </c:pt>
                <c:pt idx="333">
                  <c:v>679</c:v>
                </c:pt>
                <c:pt idx="334">
                  <c:v>678</c:v>
                </c:pt>
                <c:pt idx="335">
                  <c:v>679</c:v>
                </c:pt>
                <c:pt idx="336">
                  <c:v>679</c:v>
                </c:pt>
                <c:pt idx="337">
                  <c:v>679</c:v>
                </c:pt>
                <c:pt idx="338">
                  <c:v>679</c:v>
                </c:pt>
                <c:pt idx="339">
                  <c:v>679</c:v>
                </c:pt>
                <c:pt idx="340">
                  <c:v>679</c:v>
                </c:pt>
                <c:pt idx="341">
                  <c:v>679</c:v>
                </c:pt>
                <c:pt idx="342">
                  <c:v>679</c:v>
                </c:pt>
                <c:pt idx="343">
                  <c:v>679</c:v>
                </c:pt>
                <c:pt idx="344">
                  <c:v>679</c:v>
                </c:pt>
                <c:pt idx="345">
                  <c:v>677</c:v>
                </c:pt>
                <c:pt idx="346">
                  <c:v>679</c:v>
                </c:pt>
                <c:pt idx="347">
                  <c:v>679</c:v>
                </c:pt>
                <c:pt idx="348">
                  <c:v>658</c:v>
                </c:pt>
                <c:pt idx="349">
                  <c:v>658</c:v>
                </c:pt>
                <c:pt idx="350">
                  <c:v>658</c:v>
                </c:pt>
                <c:pt idx="351">
                  <c:v>658</c:v>
                </c:pt>
                <c:pt idx="352">
                  <c:v>658</c:v>
                </c:pt>
                <c:pt idx="353">
                  <c:v>658</c:v>
                </c:pt>
                <c:pt idx="354">
                  <c:v>658</c:v>
                </c:pt>
                <c:pt idx="355">
                  <c:v>658</c:v>
                </c:pt>
                <c:pt idx="356">
                  <c:v>658</c:v>
                </c:pt>
                <c:pt idx="357">
                  <c:v>658</c:v>
                </c:pt>
                <c:pt idx="358">
                  <c:v>658</c:v>
                </c:pt>
                <c:pt idx="359">
                  <c:v>658</c:v>
                </c:pt>
                <c:pt idx="360">
                  <c:v>658</c:v>
                </c:pt>
                <c:pt idx="361">
                  <c:v>658</c:v>
                </c:pt>
                <c:pt idx="362">
                  <c:v>658</c:v>
                </c:pt>
                <c:pt idx="363">
                  <c:v>657</c:v>
                </c:pt>
                <c:pt idx="364">
                  <c:v>656</c:v>
                </c:pt>
                <c:pt idx="365">
                  <c:v>657</c:v>
                </c:pt>
                <c:pt idx="366">
                  <c:v>656</c:v>
                </c:pt>
                <c:pt idx="367">
                  <c:v>657</c:v>
                </c:pt>
                <c:pt idx="368">
                  <c:v>657</c:v>
                </c:pt>
                <c:pt idx="369">
                  <c:v>657</c:v>
                </c:pt>
                <c:pt idx="370">
                  <c:v>657</c:v>
                </c:pt>
                <c:pt idx="371">
                  <c:v>656</c:v>
                </c:pt>
                <c:pt idx="372">
                  <c:v>657</c:v>
                </c:pt>
                <c:pt idx="373">
                  <c:v>657</c:v>
                </c:pt>
                <c:pt idx="374">
                  <c:v>657</c:v>
                </c:pt>
                <c:pt idx="375">
                  <c:v>656</c:v>
                </c:pt>
                <c:pt idx="376">
                  <c:v>653</c:v>
                </c:pt>
                <c:pt idx="377">
                  <c:v>634</c:v>
                </c:pt>
                <c:pt idx="378">
                  <c:v>634</c:v>
                </c:pt>
                <c:pt idx="379">
                  <c:v>634</c:v>
                </c:pt>
                <c:pt idx="380">
                  <c:v>634</c:v>
                </c:pt>
                <c:pt idx="381">
                  <c:v>634</c:v>
                </c:pt>
                <c:pt idx="382">
                  <c:v>634</c:v>
                </c:pt>
                <c:pt idx="383">
                  <c:v>636</c:v>
                </c:pt>
                <c:pt idx="384">
                  <c:v>635</c:v>
                </c:pt>
                <c:pt idx="385">
                  <c:v>635</c:v>
                </c:pt>
                <c:pt idx="386">
                  <c:v>635</c:v>
                </c:pt>
                <c:pt idx="387">
                  <c:v>635</c:v>
                </c:pt>
                <c:pt idx="388">
                  <c:v>634</c:v>
                </c:pt>
                <c:pt idx="389">
                  <c:v>635</c:v>
                </c:pt>
                <c:pt idx="390">
                  <c:v>635</c:v>
                </c:pt>
                <c:pt idx="391">
                  <c:v>634</c:v>
                </c:pt>
                <c:pt idx="392">
                  <c:v>634</c:v>
                </c:pt>
                <c:pt idx="393">
                  <c:v>634</c:v>
                </c:pt>
                <c:pt idx="394">
                  <c:v>634</c:v>
                </c:pt>
                <c:pt idx="395">
                  <c:v>634</c:v>
                </c:pt>
                <c:pt idx="396">
                  <c:v>634</c:v>
                </c:pt>
                <c:pt idx="397">
                  <c:v>634</c:v>
                </c:pt>
                <c:pt idx="398">
                  <c:v>634</c:v>
                </c:pt>
                <c:pt idx="399">
                  <c:v>634</c:v>
                </c:pt>
                <c:pt idx="400">
                  <c:v>634</c:v>
                </c:pt>
                <c:pt idx="401">
                  <c:v>634</c:v>
                </c:pt>
                <c:pt idx="402">
                  <c:v>634</c:v>
                </c:pt>
                <c:pt idx="403">
                  <c:v>634</c:v>
                </c:pt>
                <c:pt idx="404">
                  <c:v>634</c:v>
                </c:pt>
                <c:pt idx="405">
                  <c:v>633</c:v>
                </c:pt>
                <c:pt idx="406">
                  <c:v>631</c:v>
                </c:pt>
                <c:pt idx="407">
                  <c:v>631</c:v>
                </c:pt>
                <c:pt idx="408">
                  <c:v>610</c:v>
                </c:pt>
                <c:pt idx="409">
                  <c:v>610</c:v>
                </c:pt>
                <c:pt idx="410">
                  <c:v>610</c:v>
                </c:pt>
                <c:pt idx="411">
                  <c:v>610</c:v>
                </c:pt>
                <c:pt idx="412">
                  <c:v>613</c:v>
                </c:pt>
                <c:pt idx="413">
                  <c:v>611</c:v>
                </c:pt>
                <c:pt idx="414">
                  <c:v>611</c:v>
                </c:pt>
                <c:pt idx="415">
                  <c:v>612</c:v>
                </c:pt>
                <c:pt idx="416">
                  <c:v>612</c:v>
                </c:pt>
                <c:pt idx="417">
                  <c:v>612</c:v>
                </c:pt>
                <c:pt idx="418">
                  <c:v>610</c:v>
                </c:pt>
                <c:pt idx="419">
                  <c:v>610</c:v>
                </c:pt>
                <c:pt idx="420">
                  <c:v>610</c:v>
                </c:pt>
                <c:pt idx="421">
                  <c:v>610</c:v>
                </c:pt>
                <c:pt idx="422">
                  <c:v>610</c:v>
                </c:pt>
                <c:pt idx="423">
                  <c:v>610</c:v>
                </c:pt>
                <c:pt idx="424">
                  <c:v>610</c:v>
                </c:pt>
                <c:pt idx="425">
                  <c:v>610</c:v>
                </c:pt>
                <c:pt idx="426">
                  <c:v>610</c:v>
                </c:pt>
                <c:pt idx="427">
                  <c:v>611</c:v>
                </c:pt>
                <c:pt idx="428">
                  <c:v>610</c:v>
                </c:pt>
                <c:pt idx="429">
                  <c:v>610</c:v>
                </c:pt>
                <c:pt idx="430">
                  <c:v>610</c:v>
                </c:pt>
                <c:pt idx="431">
                  <c:v>610</c:v>
                </c:pt>
                <c:pt idx="432">
                  <c:v>610</c:v>
                </c:pt>
                <c:pt idx="433">
                  <c:v>610</c:v>
                </c:pt>
                <c:pt idx="434">
                  <c:v>610</c:v>
                </c:pt>
                <c:pt idx="435">
                  <c:v>610</c:v>
                </c:pt>
                <c:pt idx="436">
                  <c:v>610</c:v>
                </c:pt>
                <c:pt idx="437">
                  <c:v>608</c:v>
                </c:pt>
                <c:pt idx="438">
                  <c:v>609</c:v>
                </c:pt>
                <c:pt idx="439">
                  <c:v>607</c:v>
                </c:pt>
                <c:pt idx="440">
                  <c:v>586</c:v>
                </c:pt>
                <c:pt idx="441">
                  <c:v>586</c:v>
                </c:pt>
                <c:pt idx="442">
                  <c:v>586</c:v>
                </c:pt>
                <c:pt idx="443">
                  <c:v>586</c:v>
                </c:pt>
                <c:pt idx="444">
                  <c:v>586</c:v>
                </c:pt>
                <c:pt idx="445">
                  <c:v>587</c:v>
                </c:pt>
                <c:pt idx="446">
                  <c:v>587</c:v>
                </c:pt>
                <c:pt idx="447">
                  <c:v>588</c:v>
                </c:pt>
                <c:pt idx="448">
                  <c:v>587</c:v>
                </c:pt>
                <c:pt idx="449">
                  <c:v>587</c:v>
                </c:pt>
                <c:pt idx="450">
                  <c:v>586</c:v>
                </c:pt>
                <c:pt idx="451">
                  <c:v>586</c:v>
                </c:pt>
                <c:pt idx="452">
                  <c:v>586</c:v>
                </c:pt>
                <c:pt idx="453">
                  <c:v>586</c:v>
                </c:pt>
                <c:pt idx="454">
                  <c:v>586</c:v>
                </c:pt>
                <c:pt idx="455">
                  <c:v>586</c:v>
                </c:pt>
                <c:pt idx="456">
                  <c:v>586</c:v>
                </c:pt>
                <c:pt idx="457">
                  <c:v>586</c:v>
                </c:pt>
                <c:pt idx="458">
                  <c:v>585</c:v>
                </c:pt>
                <c:pt idx="459">
                  <c:v>584</c:v>
                </c:pt>
                <c:pt idx="460">
                  <c:v>583</c:v>
                </c:pt>
                <c:pt idx="461">
                  <c:v>583</c:v>
                </c:pt>
                <c:pt idx="462">
                  <c:v>583</c:v>
                </c:pt>
                <c:pt idx="463">
                  <c:v>584</c:v>
                </c:pt>
                <c:pt idx="464">
                  <c:v>586</c:v>
                </c:pt>
                <c:pt idx="465">
                  <c:v>584</c:v>
                </c:pt>
                <c:pt idx="466">
                  <c:v>584</c:v>
                </c:pt>
                <c:pt idx="467">
                  <c:v>580</c:v>
                </c:pt>
                <c:pt idx="468">
                  <c:v>557</c:v>
                </c:pt>
                <c:pt idx="469">
                  <c:v>559</c:v>
                </c:pt>
                <c:pt idx="470">
                  <c:v>561</c:v>
                </c:pt>
                <c:pt idx="471">
                  <c:v>562</c:v>
                </c:pt>
                <c:pt idx="472">
                  <c:v>561</c:v>
                </c:pt>
                <c:pt idx="473">
                  <c:v>562</c:v>
                </c:pt>
                <c:pt idx="474">
                  <c:v>561</c:v>
                </c:pt>
                <c:pt idx="475">
                  <c:v>561</c:v>
                </c:pt>
                <c:pt idx="476">
                  <c:v>563</c:v>
                </c:pt>
                <c:pt idx="477">
                  <c:v>564</c:v>
                </c:pt>
                <c:pt idx="478">
                  <c:v>564</c:v>
                </c:pt>
                <c:pt idx="479">
                  <c:v>562</c:v>
                </c:pt>
                <c:pt idx="480">
                  <c:v>562</c:v>
                </c:pt>
                <c:pt idx="481">
                  <c:v>562</c:v>
                </c:pt>
                <c:pt idx="482">
                  <c:v>562</c:v>
                </c:pt>
                <c:pt idx="483">
                  <c:v>559</c:v>
                </c:pt>
                <c:pt idx="484">
                  <c:v>559</c:v>
                </c:pt>
                <c:pt idx="485">
                  <c:v>559</c:v>
                </c:pt>
                <c:pt idx="486">
                  <c:v>562</c:v>
                </c:pt>
                <c:pt idx="487">
                  <c:v>561</c:v>
                </c:pt>
                <c:pt idx="488">
                  <c:v>559</c:v>
                </c:pt>
                <c:pt idx="489">
                  <c:v>559</c:v>
                </c:pt>
                <c:pt idx="490">
                  <c:v>559</c:v>
                </c:pt>
                <c:pt idx="491">
                  <c:v>558</c:v>
                </c:pt>
                <c:pt idx="492">
                  <c:v>558</c:v>
                </c:pt>
                <c:pt idx="493">
                  <c:v>559</c:v>
                </c:pt>
                <c:pt idx="494">
                  <c:v>559</c:v>
                </c:pt>
                <c:pt idx="495">
                  <c:v>559</c:v>
                </c:pt>
                <c:pt idx="496">
                  <c:v>559</c:v>
                </c:pt>
                <c:pt idx="497">
                  <c:v>560</c:v>
                </c:pt>
                <c:pt idx="498">
                  <c:v>556</c:v>
                </c:pt>
                <c:pt idx="499">
                  <c:v>535</c:v>
                </c:pt>
                <c:pt idx="500">
                  <c:v>533</c:v>
                </c:pt>
                <c:pt idx="501">
                  <c:v>533</c:v>
                </c:pt>
                <c:pt idx="502">
                  <c:v>533</c:v>
                </c:pt>
                <c:pt idx="503">
                  <c:v>532</c:v>
                </c:pt>
                <c:pt idx="504">
                  <c:v>532</c:v>
                </c:pt>
                <c:pt idx="505">
                  <c:v>532</c:v>
                </c:pt>
                <c:pt idx="506">
                  <c:v>532</c:v>
                </c:pt>
                <c:pt idx="507">
                  <c:v>532</c:v>
                </c:pt>
                <c:pt idx="508">
                  <c:v>534</c:v>
                </c:pt>
                <c:pt idx="509">
                  <c:v>532</c:v>
                </c:pt>
                <c:pt idx="510">
                  <c:v>532</c:v>
                </c:pt>
                <c:pt idx="511">
                  <c:v>532</c:v>
                </c:pt>
                <c:pt idx="512">
                  <c:v>532</c:v>
                </c:pt>
                <c:pt idx="513">
                  <c:v>531</c:v>
                </c:pt>
                <c:pt idx="514">
                  <c:v>529</c:v>
                </c:pt>
                <c:pt idx="515">
                  <c:v>529</c:v>
                </c:pt>
                <c:pt idx="516">
                  <c:v>529</c:v>
                </c:pt>
                <c:pt idx="517">
                  <c:v>528</c:v>
                </c:pt>
                <c:pt idx="518">
                  <c:v>529</c:v>
                </c:pt>
                <c:pt idx="519">
                  <c:v>529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2-B06E-48A9-BD24-8F2C837CF42F}"/>
            </c:ext>
          </c:extLst>
        </c:ser>
        <c:ser>
          <c:idx val="19"/>
          <c:order val="19"/>
          <c:tx>
            <c:strRef>
              <c:f>Sheet1!$AF$1</c:f>
              <c:strCache>
                <c:ptCount val="1"/>
                <c:pt idx="0">
                  <c:v>cell20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Sheet1!$AF$2:$AF$521</c:f>
              <c:numCache>
                <c:formatCode>General</c:formatCode>
                <c:ptCount val="520"/>
                <c:pt idx="0">
                  <c:v>961</c:v>
                </c:pt>
                <c:pt idx="1">
                  <c:v>961</c:v>
                </c:pt>
                <c:pt idx="2">
                  <c:v>961</c:v>
                </c:pt>
                <c:pt idx="3">
                  <c:v>961</c:v>
                </c:pt>
                <c:pt idx="4">
                  <c:v>961</c:v>
                </c:pt>
                <c:pt idx="5">
                  <c:v>961</c:v>
                </c:pt>
                <c:pt idx="6">
                  <c:v>959</c:v>
                </c:pt>
                <c:pt idx="7">
                  <c:v>958</c:v>
                </c:pt>
                <c:pt idx="8">
                  <c:v>958</c:v>
                </c:pt>
                <c:pt idx="9">
                  <c:v>958</c:v>
                </c:pt>
                <c:pt idx="10">
                  <c:v>886</c:v>
                </c:pt>
                <c:pt idx="11">
                  <c:v>886</c:v>
                </c:pt>
                <c:pt idx="12">
                  <c:v>886</c:v>
                </c:pt>
                <c:pt idx="13">
                  <c:v>886</c:v>
                </c:pt>
                <c:pt idx="14">
                  <c:v>886</c:v>
                </c:pt>
                <c:pt idx="15">
                  <c:v>886</c:v>
                </c:pt>
                <c:pt idx="16">
                  <c:v>886</c:v>
                </c:pt>
                <c:pt idx="17">
                  <c:v>886</c:v>
                </c:pt>
                <c:pt idx="18">
                  <c:v>886</c:v>
                </c:pt>
                <c:pt idx="19">
                  <c:v>886</c:v>
                </c:pt>
                <c:pt idx="20">
                  <c:v>886</c:v>
                </c:pt>
                <c:pt idx="21">
                  <c:v>886</c:v>
                </c:pt>
                <c:pt idx="22">
                  <c:v>886</c:v>
                </c:pt>
                <c:pt idx="23">
                  <c:v>886</c:v>
                </c:pt>
                <c:pt idx="24">
                  <c:v>886</c:v>
                </c:pt>
                <c:pt idx="25">
                  <c:v>886</c:v>
                </c:pt>
                <c:pt idx="26">
                  <c:v>886</c:v>
                </c:pt>
                <c:pt idx="27">
                  <c:v>886</c:v>
                </c:pt>
                <c:pt idx="28">
                  <c:v>886</c:v>
                </c:pt>
                <c:pt idx="29">
                  <c:v>886</c:v>
                </c:pt>
                <c:pt idx="30">
                  <c:v>886</c:v>
                </c:pt>
                <c:pt idx="31">
                  <c:v>886</c:v>
                </c:pt>
                <c:pt idx="32">
                  <c:v>886</c:v>
                </c:pt>
                <c:pt idx="33">
                  <c:v>886</c:v>
                </c:pt>
                <c:pt idx="34">
                  <c:v>886</c:v>
                </c:pt>
                <c:pt idx="35">
                  <c:v>886</c:v>
                </c:pt>
                <c:pt idx="36">
                  <c:v>886</c:v>
                </c:pt>
                <c:pt idx="37">
                  <c:v>886</c:v>
                </c:pt>
                <c:pt idx="38">
                  <c:v>886</c:v>
                </c:pt>
                <c:pt idx="39">
                  <c:v>886</c:v>
                </c:pt>
                <c:pt idx="40">
                  <c:v>886</c:v>
                </c:pt>
                <c:pt idx="41">
                  <c:v>864</c:v>
                </c:pt>
                <c:pt idx="42">
                  <c:v>863</c:v>
                </c:pt>
                <c:pt idx="43">
                  <c:v>863</c:v>
                </c:pt>
                <c:pt idx="44">
                  <c:v>864</c:v>
                </c:pt>
                <c:pt idx="45">
                  <c:v>865</c:v>
                </c:pt>
                <c:pt idx="46">
                  <c:v>863</c:v>
                </c:pt>
                <c:pt idx="47">
                  <c:v>864</c:v>
                </c:pt>
                <c:pt idx="48">
                  <c:v>863</c:v>
                </c:pt>
                <c:pt idx="49">
                  <c:v>862</c:v>
                </c:pt>
                <c:pt idx="50">
                  <c:v>865</c:v>
                </c:pt>
                <c:pt idx="51">
                  <c:v>863</c:v>
                </c:pt>
                <c:pt idx="52">
                  <c:v>865</c:v>
                </c:pt>
                <c:pt idx="53">
                  <c:v>865</c:v>
                </c:pt>
                <c:pt idx="54">
                  <c:v>865</c:v>
                </c:pt>
                <c:pt idx="55">
                  <c:v>864</c:v>
                </c:pt>
                <c:pt idx="56">
                  <c:v>864</c:v>
                </c:pt>
                <c:pt idx="57">
                  <c:v>865</c:v>
                </c:pt>
                <c:pt idx="58">
                  <c:v>864</c:v>
                </c:pt>
                <c:pt idx="59">
                  <c:v>864</c:v>
                </c:pt>
                <c:pt idx="60">
                  <c:v>865</c:v>
                </c:pt>
                <c:pt idx="61">
                  <c:v>864</c:v>
                </c:pt>
                <c:pt idx="62">
                  <c:v>864</c:v>
                </c:pt>
                <c:pt idx="63">
                  <c:v>865</c:v>
                </c:pt>
                <c:pt idx="64">
                  <c:v>864</c:v>
                </c:pt>
                <c:pt idx="65">
                  <c:v>865</c:v>
                </c:pt>
                <c:pt idx="66">
                  <c:v>864</c:v>
                </c:pt>
                <c:pt idx="67">
                  <c:v>864</c:v>
                </c:pt>
                <c:pt idx="68">
                  <c:v>863</c:v>
                </c:pt>
                <c:pt idx="69">
                  <c:v>864</c:v>
                </c:pt>
                <c:pt idx="70">
                  <c:v>863</c:v>
                </c:pt>
                <c:pt idx="71">
                  <c:v>864</c:v>
                </c:pt>
                <c:pt idx="72">
                  <c:v>841</c:v>
                </c:pt>
                <c:pt idx="73">
                  <c:v>841</c:v>
                </c:pt>
                <c:pt idx="74">
                  <c:v>841</c:v>
                </c:pt>
                <c:pt idx="75">
                  <c:v>841</c:v>
                </c:pt>
                <c:pt idx="76">
                  <c:v>842</c:v>
                </c:pt>
                <c:pt idx="77">
                  <c:v>841</c:v>
                </c:pt>
                <c:pt idx="78">
                  <c:v>841</c:v>
                </c:pt>
                <c:pt idx="79">
                  <c:v>842</c:v>
                </c:pt>
                <c:pt idx="80">
                  <c:v>841</c:v>
                </c:pt>
                <c:pt idx="81">
                  <c:v>841</c:v>
                </c:pt>
                <c:pt idx="82">
                  <c:v>842</c:v>
                </c:pt>
                <c:pt idx="83">
                  <c:v>841</c:v>
                </c:pt>
                <c:pt idx="84">
                  <c:v>841</c:v>
                </c:pt>
                <c:pt idx="85">
                  <c:v>841</c:v>
                </c:pt>
                <c:pt idx="86">
                  <c:v>842</c:v>
                </c:pt>
                <c:pt idx="87">
                  <c:v>841</c:v>
                </c:pt>
                <c:pt idx="88">
                  <c:v>843</c:v>
                </c:pt>
                <c:pt idx="89">
                  <c:v>841</c:v>
                </c:pt>
                <c:pt idx="90">
                  <c:v>841</c:v>
                </c:pt>
                <c:pt idx="91">
                  <c:v>841</c:v>
                </c:pt>
                <c:pt idx="92">
                  <c:v>842</c:v>
                </c:pt>
                <c:pt idx="93">
                  <c:v>842</c:v>
                </c:pt>
                <c:pt idx="94">
                  <c:v>841</c:v>
                </c:pt>
                <c:pt idx="95">
                  <c:v>841</c:v>
                </c:pt>
                <c:pt idx="96">
                  <c:v>841</c:v>
                </c:pt>
                <c:pt idx="97">
                  <c:v>841</c:v>
                </c:pt>
                <c:pt idx="98">
                  <c:v>842</c:v>
                </c:pt>
                <c:pt idx="99">
                  <c:v>842</c:v>
                </c:pt>
                <c:pt idx="100">
                  <c:v>841</c:v>
                </c:pt>
                <c:pt idx="101">
                  <c:v>842</c:v>
                </c:pt>
                <c:pt idx="102">
                  <c:v>842</c:v>
                </c:pt>
                <c:pt idx="103">
                  <c:v>840</c:v>
                </c:pt>
                <c:pt idx="104">
                  <c:v>820</c:v>
                </c:pt>
                <c:pt idx="105">
                  <c:v>820</c:v>
                </c:pt>
                <c:pt idx="106">
                  <c:v>820</c:v>
                </c:pt>
                <c:pt idx="107">
                  <c:v>820</c:v>
                </c:pt>
                <c:pt idx="108">
                  <c:v>820</c:v>
                </c:pt>
                <c:pt idx="109">
                  <c:v>820</c:v>
                </c:pt>
                <c:pt idx="110">
                  <c:v>820</c:v>
                </c:pt>
                <c:pt idx="111">
                  <c:v>820</c:v>
                </c:pt>
                <c:pt idx="112">
                  <c:v>820</c:v>
                </c:pt>
                <c:pt idx="113">
                  <c:v>820</c:v>
                </c:pt>
                <c:pt idx="114">
                  <c:v>820</c:v>
                </c:pt>
                <c:pt idx="115">
                  <c:v>820</c:v>
                </c:pt>
                <c:pt idx="116">
                  <c:v>820</c:v>
                </c:pt>
                <c:pt idx="117">
                  <c:v>820</c:v>
                </c:pt>
                <c:pt idx="118">
                  <c:v>820</c:v>
                </c:pt>
                <c:pt idx="119">
                  <c:v>820</c:v>
                </c:pt>
                <c:pt idx="120">
                  <c:v>820</c:v>
                </c:pt>
                <c:pt idx="121">
                  <c:v>820</c:v>
                </c:pt>
                <c:pt idx="122">
                  <c:v>820</c:v>
                </c:pt>
                <c:pt idx="123">
                  <c:v>820</c:v>
                </c:pt>
                <c:pt idx="124">
                  <c:v>820</c:v>
                </c:pt>
                <c:pt idx="125">
                  <c:v>821</c:v>
                </c:pt>
                <c:pt idx="126">
                  <c:v>820</c:v>
                </c:pt>
                <c:pt idx="127">
                  <c:v>820</c:v>
                </c:pt>
                <c:pt idx="128">
                  <c:v>820</c:v>
                </c:pt>
                <c:pt idx="129">
                  <c:v>820</c:v>
                </c:pt>
                <c:pt idx="130">
                  <c:v>820</c:v>
                </c:pt>
                <c:pt idx="131">
                  <c:v>820</c:v>
                </c:pt>
                <c:pt idx="132">
                  <c:v>820</c:v>
                </c:pt>
                <c:pt idx="133">
                  <c:v>820</c:v>
                </c:pt>
                <c:pt idx="134">
                  <c:v>820</c:v>
                </c:pt>
                <c:pt idx="135">
                  <c:v>799</c:v>
                </c:pt>
                <c:pt idx="136">
                  <c:v>799</c:v>
                </c:pt>
                <c:pt idx="137">
                  <c:v>799</c:v>
                </c:pt>
                <c:pt idx="138">
                  <c:v>799</c:v>
                </c:pt>
                <c:pt idx="139">
                  <c:v>799</c:v>
                </c:pt>
                <c:pt idx="140">
                  <c:v>799</c:v>
                </c:pt>
                <c:pt idx="141">
                  <c:v>799</c:v>
                </c:pt>
                <c:pt idx="142">
                  <c:v>799</c:v>
                </c:pt>
                <c:pt idx="143">
                  <c:v>799</c:v>
                </c:pt>
                <c:pt idx="144">
                  <c:v>799</c:v>
                </c:pt>
                <c:pt idx="145">
                  <c:v>799</c:v>
                </c:pt>
                <c:pt idx="146">
                  <c:v>799</c:v>
                </c:pt>
                <c:pt idx="147">
                  <c:v>799</c:v>
                </c:pt>
                <c:pt idx="148">
                  <c:v>799</c:v>
                </c:pt>
                <c:pt idx="149">
                  <c:v>799</c:v>
                </c:pt>
                <c:pt idx="150">
                  <c:v>799</c:v>
                </c:pt>
                <c:pt idx="151">
                  <c:v>799</c:v>
                </c:pt>
                <c:pt idx="152">
                  <c:v>799</c:v>
                </c:pt>
                <c:pt idx="153">
                  <c:v>799</c:v>
                </c:pt>
                <c:pt idx="154">
                  <c:v>799</c:v>
                </c:pt>
                <c:pt idx="155">
                  <c:v>799</c:v>
                </c:pt>
                <c:pt idx="156">
                  <c:v>799</c:v>
                </c:pt>
                <c:pt idx="157">
                  <c:v>799</c:v>
                </c:pt>
                <c:pt idx="158">
                  <c:v>799</c:v>
                </c:pt>
                <c:pt idx="159">
                  <c:v>799</c:v>
                </c:pt>
                <c:pt idx="160">
                  <c:v>799</c:v>
                </c:pt>
                <c:pt idx="161">
                  <c:v>799</c:v>
                </c:pt>
                <c:pt idx="162">
                  <c:v>799</c:v>
                </c:pt>
                <c:pt idx="163">
                  <c:v>784</c:v>
                </c:pt>
                <c:pt idx="164">
                  <c:v>778</c:v>
                </c:pt>
                <c:pt idx="165">
                  <c:v>778</c:v>
                </c:pt>
                <c:pt idx="166">
                  <c:v>778</c:v>
                </c:pt>
                <c:pt idx="167">
                  <c:v>778</c:v>
                </c:pt>
                <c:pt idx="168">
                  <c:v>778</c:v>
                </c:pt>
                <c:pt idx="169">
                  <c:v>778</c:v>
                </c:pt>
                <c:pt idx="170">
                  <c:v>778</c:v>
                </c:pt>
                <c:pt idx="171">
                  <c:v>778</c:v>
                </c:pt>
                <c:pt idx="172">
                  <c:v>778</c:v>
                </c:pt>
                <c:pt idx="173">
                  <c:v>778</c:v>
                </c:pt>
                <c:pt idx="174">
                  <c:v>778</c:v>
                </c:pt>
                <c:pt idx="175">
                  <c:v>778</c:v>
                </c:pt>
                <c:pt idx="176">
                  <c:v>778</c:v>
                </c:pt>
                <c:pt idx="177">
                  <c:v>779</c:v>
                </c:pt>
                <c:pt idx="178">
                  <c:v>778</c:v>
                </c:pt>
                <c:pt idx="179">
                  <c:v>778</c:v>
                </c:pt>
                <c:pt idx="180">
                  <c:v>778</c:v>
                </c:pt>
                <c:pt idx="181">
                  <c:v>778</c:v>
                </c:pt>
                <c:pt idx="182">
                  <c:v>778</c:v>
                </c:pt>
                <c:pt idx="183">
                  <c:v>778</c:v>
                </c:pt>
                <c:pt idx="184">
                  <c:v>778</c:v>
                </c:pt>
                <c:pt idx="185">
                  <c:v>778</c:v>
                </c:pt>
                <c:pt idx="186">
                  <c:v>779</c:v>
                </c:pt>
                <c:pt idx="187">
                  <c:v>778</c:v>
                </c:pt>
                <c:pt idx="188">
                  <c:v>779</c:v>
                </c:pt>
                <c:pt idx="189">
                  <c:v>779</c:v>
                </c:pt>
                <c:pt idx="190">
                  <c:v>778</c:v>
                </c:pt>
                <c:pt idx="191">
                  <c:v>778</c:v>
                </c:pt>
                <c:pt idx="192">
                  <c:v>778</c:v>
                </c:pt>
                <c:pt idx="193">
                  <c:v>778</c:v>
                </c:pt>
                <c:pt idx="194">
                  <c:v>758</c:v>
                </c:pt>
                <c:pt idx="195">
                  <c:v>758</c:v>
                </c:pt>
                <c:pt idx="196">
                  <c:v>759</c:v>
                </c:pt>
                <c:pt idx="197">
                  <c:v>758</c:v>
                </c:pt>
                <c:pt idx="198">
                  <c:v>758</c:v>
                </c:pt>
                <c:pt idx="199">
                  <c:v>758</c:v>
                </c:pt>
                <c:pt idx="200">
                  <c:v>758</c:v>
                </c:pt>
                <c:pt idx="201">
                  <c:v>758</c:v>
                </c:pt>
                <c:pt idx="202">
                  <c:v>759</c:v>
                </c:pt>
                <c:pt idx="203">
                  <c:v>759</c:v>
                </c:pt>
                <c:pt idx="204">
                  <c:v>759</c:v>
                </c:pt>
                <c:pt idx="205">
                  <c:v>758</c:v>
                </c:pt>
                <c:pt idx="206">
                  <c:v>760</c:v>
                </c:pt>
                <c:pt idx="207">
                  <c:v>759</c:v>
                </c:pt>
                <c:pt idx="208">
                  <c:v>758</c:v>
                </c:pt>
                <c:pt idx="209">
                  <c:v>760</c:v>
                </c:pt>
                <c:pt idx="210">
                  <c:v>760</c:v>
                </c:pt>
                <c:pt idx="211">
                  <c:v>759</c:v>
                </c:pt>
                <c:pt idx="212">
                  <c:v>759</c:v>
                </c:pt>
                <c:pt idx="213">
                  <c:v>760</c:v>
                </c:pt>
                <c:pt idx="214">
                  <c:v>759</c:v>
                </c:pt>
                <c:pt idx="215">
                  <c:v>759</c:v>
                </c:pt>
                <c:pt idx="216">
                  <c:v>758</c:v>
                </c:pt>
                <c:pt idx="217">
                  <c:v>759</c:v>
                </c:pt>
                <c:pt idx="218">
                  <c:v>759</c:v>
                </c:pt>
                <c:pt idx="219">
                  <c:v>758</c:v>
                </c:pt>
                <c:pt idx="220">
                  <c:v>758</c:v>
                </c:pt>
                <c:pt idx="221">
                  <c:v>760</c:v>
                </c:pt>
                <c:pt idx="222">
                  <c:v>759</c:v>
                </c:pt>
                <c:pt idx="223">
                  <c:v>758</c:v>
                </c:pt>
                <c:pt idx="224">
                  <c:v>759</c:v>
                </c:pt>
                <c:pt idx="225">
                  <c:v>759</c:v>
                </c:pt>
                <c:pt idx="226">
                  <c:v>738</c:v>
                </c:pt>
                <c:pt idx="227">
                  <c:v>737</c:v>
                </c:pt>
                <c:pt idx="228">
                  <c:v>737</c:v>
                </c:pt>
                <c:pt idx="229">
                  <c:v>738</c:v>
                </c:pt>
                <c:pt idx="230">
                  <c:v>738</c:v>
                </c:pt>
                <c:pt idx="231">
                  <c:v>739</c:v>
                </c:pt>
                <c:pt idx="232">
                  <c:v>739</c:v>
                </c:pt>
                <c:pt idx="233">
                  <c:v>739</c:v>
                </c:pt>
                <c:pt idx="234">
                  <c:v>739</c:v>
                </c:pt>
                <c:pt idx="235">
                  <c:v>739</c:v>
                </c:pt>
                <c:pt idx="236">
                  <c:v>739</c:v>
                </c:pt>
                <c:pt idx="237">
                  <c:v>739</c:v>
                </c:pt>
                <c:pt idx="238">
                  <c:v>739</c:v>
                </c:pt>
                <c:pt idx="239">
                  <c:v>739</c:v>
                </c:pt>
                <c:pt idx="240">
                  <c:v>739</c:v>
                </c:pt>
                <c:pt idx="241">
                  <c:v>739</c:v>
                </c:pt>
                <c:pt idx="242">
                  <c:v>739</c:v>
                </c:pt>
                <c:pt idx="243">
                  <c:v>739</c:v>
                </c:pt>
                <c:pt idx="244">
                  <c:v>739</c:v>
                </c:pt>
                <c:pt idx="245">
                  <c:v>739</c:v>
                </c:pt>
                <c:pt idx="246">
                  <c:v>739</c:v>
                </c:pt>
                <c:pt idx="247">
                  <c:v>738</c:v>
                </c:pt>
                <c:pt idx="248">
                  <c:v>739</c:v>
                </c:pt>
                <c:pt idx="249">
                  <c:v>739</c:v>
                </c:pt>
                <c:pt idx="250">
                  <c:v>739</c:v>
                </c:pt>
                <c:pt idx="251">
                  <c:v>739</c:v>
                </c:pt>
                <c:pt idx="252">
                  <c:v>739</c:v>
                </c:pt>
                <c:pt idx="253">
                  <c:v>739</c:v>
                </c:pt>
                <c:pt idx="254">
                  <c:v>739</c:v>
                </c:pt>
                <c:pt idx="255">
                  <c:v>739</c:v>
                </c:pt>
                <c:pt idx="256">
                  <c:v>718</c:v>
                </c:pt>
                <c:pt idx="257">
                  <c:v>718</c:v>
                </c:pt>
                <c:pt idx="258">
                  <c:v>718</c:v>
                </c:pt>
                <c:pt idx="259">
                  <c:v>718</c:v>
                </c:pt>
                <c:pt idx="260">
                  <c:v>718</c:v>
                </c:pt>
                <c:pt idx="261">
                  <c:v>718</c:v>
                </c:pt>
                <c:pt idx="262">
                  <c:v>718</c:v>
                </c:pt>
                <c:pt idx="263">
                  <c:v>718</c:v>
                </c:pt>
                <c:pt idx="264">
                  <c:v>718</c:v>
                </c:pt>
                <c:pt idx="265">
                  <c:v>718</c:v>
                </c:pt>
                <c:pt idx="266">
                  <c:v>718</c:v>
                </c:pt>
                <c:pt idx="267">
                  <c:v>718</c:v>
                </c:pt>
                <c:pt idx="268">
                  <c:v>718</c:v>
                </c:pt>
                <c:pt idx="269">
                  <c:v>718</c:v>
                </c:pt>
                <c:pt idx="270">
                  <c:v>718</c:v>
                </c:pt>
                <c:pt idx="271">
                  <c:v>718</c:v>
                </c:pt>
                <c:pt idx="272">
                  <c:v>718</c:v>
                </c:pt>
                <c:pt idx="273">
                  <c:v>718</c:v>
                </c:pt>
                <c:pt idx="274">
                  <c:v>718</c:v>
                </c:pt>
                <c:pt idx="275">
                  <c:v>718</c:v>
                </c:pt>
                <c:pt idx="276">
                  <c:v>718</c:v>
                </c:pt>
                <c:pt idx="277">
                  <c:v>718</c:v>
                </c:pt>
                <c:pt idx="278">
                  <c:v>718</c:v>
                </c:pt>
                <c:pt idx="279">
                  <c:v>718</c:v>
                </c:pt>
                <c:pt idx="280">
                  <c:v>718</c:v>
                </c:pt>
                <c:pt idx="281">
                  <c:v>718</c:v>
                </c:pt>
                <c:pt idx="282">
                  <c:v>719</c:v>
                </c:pt>
                <c:pt idx="283">
                  <c:v>718</c:v>
                </c:pt>
                <c:pt idx="284">
                  <c:v>719</c:v>
                </c:pt>
                <c:pt idx="285">
                  <c:v>718</c:v>
                </c:pt>
                <c:pt idx="286">
                  <c:v>711</c:v>
                </c:pt>
                <c:pt idx="287">
                  <c:v>697</c:v>
                </c:pt>
                <c:pt idx="288">
                  <c:v>697</c:v>
                </c:pt>
                <c:pt idx="289">
                  <c:v>697</c:v>
                </c:pt>
                <c:pt idx="290">
                  <c:v>698</c:v>
                </c:pt>
                <c:pt idx="291">
                  <c:v>698</c:v>
                </c:pt>
                <c:pt idx="292">
                  <c:v>698</c:v>
                </c:pt>
                <c:pt idx="293">
                  <c:v>698</c:v>
                </c:pt>
                <c:pt idx="294">
                  <c:v>698</c:v>
                </c:pt>
                <c:pt idx="295">
                  <c:v>699</c:v>
                </c:pt>
                <c:pt idx="296">
                  <c:v>699</c:v>
                </c:pt>
                <c:pt idx="297">
                  <c:v>699</c:v>
                </c:pt>
                <c:pt idx="298">
                  <c:v>700</c:v>
                </c:pt>
                <c:pt idx="299">
                  <c:v>700</c:v>
                </c:pt>
                <c:pt idx="300">
                  <c:v>700</c:v>
                </c:pt>
                <c:pt idx="301">
                  <c:v>699</c:v>
                </c:pt>
                <c:pt idx="302">
                  <c:v>700</c:v>
                </c:pt>
                <c:pt idx="303">
                  <c:v>699</c:v>
                </c:pt>
                <c:pt idx="304">
                  <c:v>699</c:v>
                </c:pt>
                <c:pt idx="305">
                  <c:v>699</c:v>
                </c:pt>
                <c:pt idx="306">
                  <c:v>699</c:v>
                </c:pt>
                <c:pt idx="307">
                  <c:v>699</c:v>
                </c:pt>
                <c:pt idx="308">
                  <c:v>698</c:v>
                </c:pt>
                <c:pt idx="309">
                  <c:v>697</c:v>
                </c:pt>
                <c:pt idx="310">
                  <c:v>698</c:v>
                </c:pt>
                <c:pt idx="311">
                  <c:v>698</c:v>
                </c:pt>
                <c:pt idx="312">
                  <c:v>697</c:v>
                </c:pt>
                <c:pt idx="313">
                  <c:v>697</c:v>
                </c:pt>
                <c:pt idx="314">
                  <c:v>698</c:v>
                </c:pt>
                <c:pt idx="315">
                  <c:v>699</c:v>
                </c:pt>
                <c:pt idx="316">
                  <c:v>696</c:v>
                </c:pt>
                <c:pt idx="317">
                  <c:v>677</c:v>
                </c:pt>
                <c:pt idx="318">
                  <c:v>676</c:v>
                </c:pt>
                <c:pt idx="319">
                  <c:v>678</c:v>
                </c:pt>
                <c:pt idx="320">
                  <c:v>679</c:v>
                </c:pt>
                <c:pt idx="321">
                  <c:v>678</c:v>
                </c:pt>
                <c:pt idx="322">
                  <c:v>679</c:v>
                </c:pt>
                <c:pt idx="323">
                  <c:v>679</c:v>
                </c:pt>
                <c:pt idx="324">
                  <c:v>679</c:v>
                </c:pt>
                <c:pt idx="325">
                  <c:v>679</c:v>
                </c:pt>
                <c:pt idx="326">
                  <c:v>679</c:v>
                </c:pt>
                <c:pt idx="327">
                  <c:v>679</c:v>
                </c:pt>
                <c:pt idx="328">
                  <c:v>679</c:v>
                </c:pt>
                <c:pt idx="329">
                  <c:v>679</c:v>
                </c:pt>
                <c:pt idx="330">
                  <c:v>679</c:v>
                </c:pt>
                <c:pt idx="331">
                  <c:v>678</c:v>
                </c:pt>
                <c:pt idx="332">
                  <c:v>678</c:v>
                </c:pt>
                <c:pt idx="333">
                  <c:v>679</c:v>
                </c:pt>
                <c:pt idx="334">
                  <c:v>678</c:v>
                </c:pt>
                <c:pt idx="335">
                  <c:v>678</c:v>
                </c:pt>
                <c:pt idx="336">
                  <c:v>679</c:v>
                </c:pt>
                <c:pt idx="337">
                  <c:v>678</c:v>
                </c:pt>
                <c:pt idx="338">
                  <c:v>679</c:v>
                </c:pt>
                <c:pt idx="339">
                  <c:v>678</c:v>
                </c:pt>
                <c:pt idx="340">
                  <c:v>678</c:v>
                </c:pt>
                <c:pt idx="341">
                  <c:v>678</c:v>
                </c:pt>
                <c:pt idx="342">
                  <c:v>678</c:v>
                </c:pt>
                <c:pt idx="343">
                  <c:v>679</c:v>
                </c:pt>
                <c:pt idx="344">
                  <c:v>678</c:v>
                </c:pt>
                <c:pt idx="345">
                  <c:v>678</c:v>
                </c:pt>
                <c:pt idx="346">
                  <c:v>678</c:v>
                </c:pt>
                <c:pt idx="347">
                  <c:v>677</c:v>
                </c:pt>
                <c:pt idx="348">
                  <c:v>655</c:v>
                </c:pt>
                <c:pt idx="349">
                  <c:v>655</c:v>
                </c:pt>
                <c:pt idx="350">
                  <c:v>655</c:v>
                </c:pt>
                <c:pt idx="351">
                  <c:v>656</c:v>
                </c:pt>
                <c:pt idx="352">
                  <c:v>655</c:v>
                </c:pt>
                <c:pt idx="353">
                  <c:v>658</c:v>
                </c:pt>
                <c:pt idx="354">
                  <c:v>657</c:v>
                </c:pt>
                <c:pt idx="355">
                  <c:v>658</c:v>
                </c:pt>
                <c:pt idx="356">
                  <c:v>658</c:v>
                </c:pt>
                <c:pt idx="357">
                  <c:v>658</c:v>
                </c:pt>
                <c:pt idx="358">
                  <c:v>658</c:v>
                </c:pt>
                <c:pt idx="359">
                  <c:v>658</c:v>
                </c:pt>
                <c:pt idx="360">
                  <c:v>658</c:v>
                </c:pt>
                <c:pt idx="361">
                  <c:v>658</c:v>
                </c:pt>
                <c:pt idx="362">
                  <c:v>657</c:v>
                </c:pt>
                <c:pt idx="363">
                  <c:v>656</c:v>
                </c:pt>
                <c:pt idx="364">
                  <c:v>656</c:v>
                </c:pt>
                <c:pt idx="365">
                  <c:v>657</c:v>
                </c:pt>
                <c:pt idx="366">
                  <c:v>656</c:v>
                </c:pt>
                <c:pt idx="367">
                  <c:v>657</c:v>
                </c:pt>
                <c:pt idx="368">
                  <c:v>656</c:v>
                </c:pt>
                <c:pt idx="369">
                  <c:v>656</c:v>
                </c:pt>
                <c:pt idx="370">
                  <c:v>657</c:v>
                </c:pt>
                <c:pt idx="371">
                  <c:v>656</c:v>
                </c:pt>
                <c:pt idx="372">
                  <c:v>656</c:v>
                </c:pt>
                <c:pt idx="373">
                  <c:v>657</c:v>
                </c:pt>
                <c:pt idx="374">
                  <c:v>656</c:v>
                </c:pt>
                <c:pt idx="375">
                  <c:v>656</c:v>
                </c:pt>
                <c:pt idx="376">
                  <c:v>654</c:v>
                </c:pt>
                <c:pt idx="377">
                  <c:v>634</c:v>
                </c:pt>
                <c:pt idx="378">
                  <c:v>635</c:v>
                </c:pt>
                <c:pt idx="379">
                  <c:v>635</c:v>
                </c:pt>
                <c:pt idx="380">
                  <c:v>636</c:v>
                </c:pt>
                <c:pt idx="381">
                  <c:v>637</c:v>
                </c:pt>
                <c:pt idx="382">
                  <c:v>635</c:v>
                </c:pt>
                <c:pt idx="383">
                  <c:v>636</c:v>
                </c:pt>
                <c:pt idx="384">
                  <c:v>635</c:v>
                </c:pt>
                <c:pt idx="385">
                  <c:v>637</c:v>
                </c:pt>
                <c:pt idx="386">
                  <c:v>636</c:v>
                </c:pt>
                <c:pt idx="387">
                  <c:v>636</c:v>
                </c:pt>
                <c:pt idx="388">
                  <c:v>635</c:v>
                </c:pt>
                <c:pt idx="389">
                  <c:v>636</c:v>
                </c:pt>
                <c:pt idx="390">
                  <c:v>636</c:v>
                </c:pt>
                <c:pt idx="391">
                  <c:v>635</c:v>
                </c:pt>
                <c:pt idx="392">
                  <c:v>635</c:v>
                </c:pt>
                <c:pt idx="393">
                  <c:v>635</c:v>
                </c:pt>
                <c:pt idx="394">
                  <c:v>635</c:v>
                </c:pt>
                <c:pt idx="395">
                  <c:v>635</c:v>
                </c:pt>
                <c:pt idx="396">
                  <c:v>635</c:v>
                </c:pt>
                <c:pt idx="397">
                  <c:v>634</c:v>
                </c:pt>
                <c:pt idx="398">
                  <c:v>634</c:v>
                </c:pt>
                <c:pt idx="399">
                  <c:v>634</c:v>
                </c:pt>
                <c:pt idx="400">
                  <c:v>634</c:v>
                </c:pt>
                <c:pt idx="401">
                  <c:v>634</c:v>
                </c:pt>
                <c:pt idx="402">
                  <c:v>634</c:v>
                </c:pt>
                <c:pt idx="403">
                  <c:v>634</c:v>
                </c:pt>
                <c:pt idx="404">
                  <c:v>634</c:v>
                </c:pt>
                <c:pt idx="405">
                  <c:v>634</c:v>
                </c:pt>
                <c:pt idx="406">
                  <c:v>634</c:v>
                </c:pt>
                <c:pt idx="407">
                  <c:v>634</c:v>
                </c:pt>
                <c:pt idx="408">
                  <c:v>612</c:v>
                </c:pt>
                <c:pt idx="409">
                  <c:v>613</c:v>
                </c:pt>
                <c:pt idx="410">
                  <c:v>613</c:v>
                </c:pt>
                <c:pt idx="411">
                  <c:v>613</c:v>
                </c:pt>
                <c:pt idx="412">
                  <c:v>613</c:v>
                </c:pt>
                <c:pt idx="413">
                  <c:v>613</c:v>
                </c:pt>
                <c:pt idx="414">
                  <c:v>613</c:v>
                </c:pt>
                <c:pt idx="415">
                  <c:v>613</c:v>
                </c:pt>
                <c:pt idx="416">
                  <c:v>613</c:v>
                </c:pt>
                <c:pt idx="417">
                  <c:v>613</c:v>
                </c:pt>
                <c:pt idx="418">
                  <c:v>613</c:v>
                </c:pt>
                <c:pt idx="419">
                  <c:v>612</c:v>
                </c:pt>
                <c:pt idx="420">
                  <c:v>612</c:v>
                </c:pt>
                <c:pt idx="421">
                  <c:v>612</c:v>
                </c:pt>
                <c:pt idx="422">
                  <c:v>613</c:v>
                </c:pt>
                <c:pt idx="423">
                  <c:v>611</c:v>
                </c:pt>
                <c:pt idx="424">
                  <c:v>613</c:v>
                </c:pt>
                <c:pt idx="425">
                  <c:v>611</c:v>
                </c:pt>
                <c:pt idx="426">
                  <c:v>612</c:v>
                </c:pt>
                <c:pt idx="427">
                  <c:v>610</c:v>
                </c:pt>
                <c:pt idx="428">
                  <c:v>610</c:v>
                </c:pt>
                <c:pt idx="429">
                  <c:v>611</c:v>
                </c:pt>
                <c:pt idx="430">
                  <c:v>610</c:v>
                </c:pt>
                <c:pt idx="431">
                  <c:v>610</c:v>
                </c:pt>
                <c:pt idx="432">
                  <c:v>610</c:v>
                </c:pt>
                <c:pt idx="433">
                  <c:v>610</c:v>
                </c:pt>
                <c:pt idx="434">
                  <c:v>610</c:v>
                </c:pt>
                <c:pt idx="435">
                  <c:v>610</c:v>
                </c:pt>
                <c:pt idx="436">
                  <c:v>610</c:v>
                </c:pt>
                <c:pt idx="437">
                  <c:v>610</c:v>
                </c:pt>
                <c:pt idx="438">
                  <c:v>610</c:v>
                </c:pt>
                <c:pt idx="439">
                  <c:v>609</c:v>
                </c:pt>
                <c:pt idx="440">
                  <c:v>586</c:v>
                </c:pt>
                <c:pt idx="441">
                  <c:v>586</c:v>
                </c:pt>
                <c:pt idx="442">
                  <c:v>589</c:v>
                </c:pt>
                <c:pt idx="443">
                  <c:v>589</c:v>
                </c:pt>
                <c:pt idx="444">
                  <c:v>589</c:v>
                </c:pt>
                <c:pt idx="445">
                  <c:v>589</c:v>
                </c:pt>
                <c:pt idx="446">
                  <c:v>589</c:v>
                </c:pt>
                <c:pt idx="447">
                  <c:v>589</c:v>
                </c:pt>
                <c:pt idx="448">
                  <c:v>589</c:v>
                </c:pt>
                <c:pt idx="449">
                  <c:v>589</c:v>
                </c:pt>
                <c:pt idx="450">
                  <c:v>589</c:v>
                </c:pt>
                <c:pt idx="451">
                  <c:v>589</c:v>
                </c:pt>
                <c:pt idx="452">
                  <c:v>589</c:v>
                </c:pt>
                <c:pt idx="453">
                  <c:v>589</c:v>
                </c:pt>
                <c:pt idx="454">
                  <c:v>589</c:v>
                </c:pt>
                <c:pt idx="455">
                  <c:v>589</c:v>
                </c:pt>
                <c:pt idx="456">
                  <c:v>588</c:v>
                </c:pt>
                <c:pt idx="457">
                  <c:v>588</c:v>
                </c:pt>
                <c:pt idx="458">
                  <c:v>589</c:v>
                </c:pt>
                <c:pt idx="459">
                  <c:v>589</c:v>
                </c:pt>
                <c:pt idx="460">
                  <c:v>588</c:v>
                </c:pt>
                <c:pt idx="461">
                  <c:v>588</c:v>
                </c:pt>
                <c:pt idx="462">
                  <c:v>586</c:v>
                </c:pt>
                <c:pt idx="463">
                  <c:v>586</c:v>
                </c:pt>
                <c:pt idx="464">
                  <c:v>586</c:v>
                </c:pt>
                <c:pt idx="465">
                  <c:v>586</c:v>
                </c:pt>
                <c:pt idx="466">
                  <c:v>586</c:v>
                </c:pt>
                <c:pt idx="467">
                  <c:v>585</c:v>
                </c:pt>
                <c:pt idx="468">
                  <c:v>562</c:v>
                </c:pt>
                <c:pt idx="469">
                  <c:v>562</c:v>
                </c:pt>
                <c:pt idx="470">
                  <c:v>563</c:v>
                </c:pt>
                <c:pt idx="471">
                  <c:v>562</c:v>
                </c:pt>
                <c:pt idx="472">
                  <c:v>563</c:v>
                </c:pt>
                <c:pt idx="473">
                  <c:v>565</c:v>
                </c:pt>
                <c:pt idx="474">
                  <c:v>565</c:v>
                </c:pt>
                <c:pt idx="475">
                  <c:v>565</c:v>
                </c:pt>
                <c:pt idx="476">
                  <c:v>564</c:v>
                </c:pt>
                <c:pt idx="477">
                  <c:v>565</c:v>
                </c:pt>
                <c:pt idx="478">
                  <c:v>564</c:v>
                </c:pt>
                <c:pt idx="479">
                  <c:v>564</c:v>
                </c:pt>
                <c:pt idx="480">
                  <c:v>563</c:v>
                </c:pt>
                <c:pt idx="481">
                  <c:v>562</c:v>
                </c:pt>
                <c:pt idx="482">
                  <c:v>562</c:v>
                </c:pt>
                <c:pt idx="483">
                  <c:v>562</c:v>
                </c:pt>
                <c:pt idx="484">
                  <c:v>562</c:v>
                </c:pt>
                <c:pt idx="485">
                  <c:v>560</c:v>
                </c:pt>
                <c:pt idx="486">
                  <c:v>559</c:v>
                </c:pt>
                <c:pt idx="487">
                  <c:v>559</c:v>
                </c:pt>
                <c:pt idx="488">
                  <c:v>559</c:v>
                </c:pt>
                <c:pt idx="489">
                  <c:v>560</c:v>
                </c:pt>
                <c:pt idx="490">
                  <c:v>559</c:v>
                </c:pt>
                <c:pt idx="491">
                  <c:v>559</c:v>
                </c:pt>
                <c:pt idx="492">
                  <c:v>559</c:v>
                </c:pt>
                <c:pt idx="493">
                  <c:v>559</c:v>
                </c:pt>
                <c:pt idx="494">
                  <c:v>559</c:v>
                </c:pt>
                <c:pt idx="495">
                  <c:v>558</c:v>
                </c:pt>
                <c:pt idx="496">
                  <c:v>559</c:v>
                </c:pt>
                <c:pt idx="497">
                  <c:v>559</c:v>
                </c:pt>
                <c:pt idx="498">
                  <c:v>557</c:v>
                </c:pt>
                <c:pt idx="499">
                  <c:v>535</c:v>
                </c:pt>
                <c:pt idx="500">
                  <c:v>537</c:v>
                </c:pt>
                <c:pt idx="501">
                  <c:v>536</c:v>
                </c:pt>
                <c:pt idx="502">
                  <c:v>538</c:v>
                </c:pt>
                <c:pt idx="503">
                  <c:v>538</c:v>
                </c:pt>
                <c:pt idx="504">
                  <c:v>538</c:v>
                </c:pt>
                <c:pt idx="505">
                  <c:v>538</c:v>
                </c:pt>
                <c:pt idx="506">
                  <c:v>537</c:v>
                </c:pt>
                <c:pt idx="507">
                  <c:v>537</c:v>
                </c:pt>
                <c:pt idx="508">
                  <c:v>535</c:v>
                </c:pt>
                <c:pt idx="509">
                  <c:v>535</c:v>
                </c:pt>
                <c:pt idx="510">
                  <c:v>535</c:v>
                </c:pt>
                <c:pt idx="511">
                  <c:v>535</c:v>
                </c:pt>
                <c:pt idx="512">
                  <c:v>534</c:v>
                </c:pt>
                <c:pt idx="513">
                  <c:v>535</c:v>
                </c:pt>
                <c:pt idx="514">
                  <c:v>533</c:v>
                </c:pt>
                <c:pt idx="515">
                  <c:v>532</c:v>
                </c:pt>
                <c:pt idx="516">
                  <c:v>532</c:v>
                </c:pt>
                <c:pt idx="517">
                  <c:v>530</c:v>
                </c:pt>
                <c:pt idx="518">
                  <c:v>530</c:v>
                </c:pt>
                <c:pt idx="519">
                  <c:v>530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B06E-48A9-BD24-8F2C837CF42F}"/>
            </c:ext>
          </c:extLst>
        </c:ser>
        <c:ser>
          <c:idx val="20"/>
          <c:order val="20"/>
          <c:tx>
            <c:strRef>
              <c:f>Sheet1!$AG$1</c:f>
              <c:strCache>
                <c:ptCount val="1"/>
                <c:pt idx="0">
                  <c:v>cell21</c:v>
                </c:pt>
              </c:strCache>
            </c:strRef>
          </c:tx>
          <c:spPr>
            <a:ln w="28575" cap="rnd">
              <a:solidFill>
                <a:schemeClr val="accent3">
                  <a:lumMod val="8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Sheet1!$AG$2:$AG$521</c:f>
              <c:numCache>
                <c:formatCode>General</c:formatCode>
                <c:ptCount val="520"/>
                <c:pt idx="0">
                  <c:v>960</c:v>
                </c:pt>
                <c:pt idx="1">
                  <c:v>960</c:v>
                </c:pt>
                <c:pt idx="2">
                  <c:v>959</c:v>
                </c:pt>
                <c:pt idx="3">
                  <c:v>958</c:v>
                </c:pt>
                <c:pt idx="4">
                  <c:v>959</c:v>
                </c:pt>
                <c:pt idx="5">
                  <c:v>958</c:v>
                </c:pt>
                <c:pt idx="6">
                  <c:v>957</c:v>
                </c:pt>
                <c:pt idx="7">
                  <c:v>957</c:v>
                </c:pt>
                <c:pt idx="8">
                  <c:v>957</c:v>
                </c:pt>
                <c:pt idx="9">
                  <c:v>957</c:v>
                </c:pt>
                <c:pt idx="10">
                  <c:v>887</c:v>
                </c:pt>
                <c:pt idx="11">
                  <c:v>888</c:v>
                </c:pt>
                <c:pt idx="12">
                  <c:v>888</c:v>
                </c:pt>
                <c:pt idx="13">
                  <c:v>888</c:v>
                </c:pt>
                <c:pt idx="14">
                  <c:v>888</c:v>
                </c:pt>
                <c:pt idx="15">
                  <c:v>887</c:v>
                </c:pt>
                <c:pt idx="16">
                  <c:v>888</c:v>
                </c:pt>
                <c:pt idx="17">
                  <c:v>888</c:v>
                </c:pt>
                <c:pt idx="18">
                  <c:v>888</c:v>
                </c:pt>
                <c:pt idx="19">
                  <c:v>888</c:v>
                </c:pt>
                <c:pt idx="20">
                  <c:v>888</c:v>
                </c:pt>
                <c:pt idx="21">
                  <c:v>888</c:v>
                </c:pt>
                <c:pt idx="22">
                  <c:v>888</c:v>
                </c:pt>
                <c:pt idx="23">
                  <c:v>888</c:v>
                </c:pt>
                <c:pt idx="24">
                  <c:v>887</c:v>
                </c:pt>
                <c:pt idx="25">
                  <c:v>888</c:v>
                </c:pt>
                <c:pt idx="26">
                  <c:v>888</c:v>
                </c:pt>
                <c:pt idx="27">
                  <c:v>888</c:v>
                </c:pt>
                <c:pt idx="28">
                  <c:v>888</c:v>
                </c:pt>
                <c:pt idx="29">
                  <c:v>888</c:v>
                </c:pt>
                <c:pt idx="30">
                  <c:v>888</c:v>
                </c:pt>
                <c:pt idx="31">
                  <c:v>888</c:v>
                </c:pt>
                <c:pt idx="32">
                  <c:v>888</c:v>
                </c:pt>
                <c:pt idx="33">
                  <c:v>888</c:v>
                </c:pt>
                <c:pt idx="34">
                  <c:v>888</c:v>
                </c:pt>
                <c:pt idx="35">
                  <c:v>888</c:v>
                </c:pt>
                <c:pt idx="36">
                  <c:v>888</c:v>
                </c:pt>
                <c:pt idx="37">
                  <c:v>888</c:v>
                </c:pt>
                <c:pt idx="38">
                  <c:v>888</c:v>
                </c:pt>
                <c:pt idx="39">
                  <c:v>888</c:v>
                </c:pt>
                <c:pt idx="40">
                  <c:v>887</c:v>
                </c:pt>
                <c:pt idx="41">
                  <c:v>864</c:v>
                </c:pt>
                <c:pt idx="42">
                  <c:v>864</c:v>
                </c:pt>
                <c:pt idx="43">
                  <c:v>864</c:v>
                </c:pt>
                <c:pt idx="44">
                  <c:v>864</c:v>
                </c:pt>
                <c:pt idx="45">
                  <c:v>865</c:v>
                </c:pt>
                <c:pt idx="46">
                  <c:v>864</c:v>
                </c:pt>
                <c:pt idx="47">
                  <c:v>864</c:v>
                </c:pt>
                <c:pt idx="48">
                  <c:v>865</c:v>
                </c:pt>
                <c:pt idx="49">
                  <c:v>864</c:v>
                </c:pt>
                <c:pt idx="50">
                  <c:v>864</c:v>
                </c:pt>
                <c:pt idx="51">
                  <c:v>864</c:v>
                </c:pt>
                <c:pt idx="52">
                  <c:v>864</c:v>
                </c:pt>
                <c:pt idx="53">
                  <c:v>864</c:v>
                </c:pt>
                <c:pt idx="54">
                  <c:v>865</c:v>
                </c:pt>
                <c:pt idx="55">
                  <c:v>864</c:v>
                </c:pt>
                <c:pt idx="56">
                  <c:v>864</c:v>
                </c:pt>
                <c:pt idx="57">
                  <c:v>865</c:v>
                </c:pt>
                <c:pt idx="58">
                  <c:v>864</c:v>
                </c:pt>
                <c:pt idx="59">
                  <c:v>864</c:v>
                </c:pt>
                <c:pt idx="60">
                  <c:v>864</c:v>
                </c:pt>
                <c:pt idx="61">
                  <c:v>864</c:v>
                </c:pt>
                <c:pt idx="62">
                  <c:v>864</c:v>
                </c:pt>
                <c:pt idx="63">
                  <c:v>864</c:v>
                </c:pt>
                <c:pt idx="64">
                  <c:v>864</c:v>
                </c:pt>
                <c:pt idx="65">
                  <c:v>864</c:v>
                </c:pt>
                <c:pt idx="66">
                  <c:v>864</c:v>
                </c:pt>
                <c:pt idx="67">
                  <c:v>864</c:v>
                </c:pt>
                <c:pt idx="68">
                  <c:v>864</c:v>
                </c:pt>
                <c:pt idx="69">
                  <c:v>864</c:v>
                </c:pt>
                <c:pt idx="70">
                  <c:v>864</c:v>
                </c:pt>
                <c:pt idx="71">
                  <c:v>864</c:v>
                </c:pt>
                <c:pt idx="72">
                  <c:v>843</c:v>
                </c:pt>
                <c:pt idx="73">
                  <c:v>843</c:v>
                </c:pt>
                <c:pt idx="74">
                  <c:v>843</c:v>
                </c:pt>
                <c:pt idx="75">
                  <c:v>843</c:v>
                </c:pt>
                <c:pt idx="76">
                  <c:v>843</c:v>
                </c:pt>
                <c:pt idx="77">
                  <c:v>843</c:v>
                </c:pt>
                <c:pt idx="78">
                  <c:v>843</c:v>
                </c:pt>
                <c:pt idx="79">
                  <c:v>843</c:v>
                </c:pt>
                <c:pt idx="80">
                  <c:v>843</c:v>
                </c:pt>
                <c:pt idx="81">
                  <c:v>843</c:v>
                </c:pt>
                <c:pt idx="82">
                  <c:v>843</c:v>
                </c:pt>
                <c:pt idx="83">
                  <c:v>843</c:v>
                </c:pt>
                <c:pt idx="84">
                  <c:v>843</c:v>
                </c:pt>
                <c:pt idx="85">
                  <c:v>843</c:v>
                </c:pt>
                <c:pt idx="86">
                  <c:v>843</c:v>
                </c:pt>
                <c:pt idx="87">
                  <c:v>843</c:v>
                </c:pt>
                <c:pt idx="88">
                  <c:v>843</c:v>
                </c:pt>
                <c:pt idx="89">
                  <c:v>843</c:v>
                </c:pt>
                <c:pt idx="90">
                  <c:v>843</c:v>
                </c:pt>
                <c:pt idx="91">
                  <c:v>843</c:v>
                </c:pt>
                <c:pt idx="92">
                  <c:v>843</c:v>
                </c:pt>
                <c:pt idx="93">
                  <c:v>843</c:v>
                </c:pt>
                <c:pt idx="94">
                  <c:v>843</c:v>
                </c:pt>
                <c:pt idx="95">
                  <c:v>843</c:v>
                </c:pt>
                <c:pt idx="96">
                  <c:v>843</c:v>
                </c:pt>
                <c:pt idx="97">
                  <c:v>843</c:v>
                </c:pt>
                <c:pt idx="98">
                  <c:v>843</c:v>
                </c:pt>
                <c:pt idx="99">
                  <c:v>843</c:v>
                </c:pt>
                <c:pt idx="100">
                  <c:v>843</c:v>
                </c:pt>
                <c:pt idx="101">
                  <c:v>843</c:v>
                </c:pt>
                <c:pt idx="102">
                  <c:v>843</c:v>
                </c:pt>
                <c:pt idx="103">
                  <c:v>841</c:v>
                </c:pt>
                <c:pt idx="104">
                  <c:v>822</c:v>
                </c:pt>
                <c:pt idx="105">
                  <c:v>822</c:v>
                </c:pt>
                <c:pt idx="106">
                  <c:v>822</c:v>
                </c:pt>
                <c:pt idx="107">
                  <c:v>822</c:v>
                </c:pt>
                <c:pt idx="108">
                  <c:v>822</c:v>
                </c:pt>
                <c:pt idx="109">
                  <c:v>821</c:v>
                </c:pt>
                <c:pt idx="110">
                  <c:v>821</c:v>
                </c:pt>
                <c:pt idx="111">
                  <c:v>822</c:v>
                </c:pt>
                <c:pt idx="112">
                  <c:v>822</c:v>
                </c:pt>
                <c:pt idx="113">
                  <c:v>821</c:v>
                </c:pt>
                <c:pt idx="114">
                  <c:v>821</c:v>
                </c:pt>
                <c:pt idx="115">
                  <c:v>822</c:v>
                </c:pt>
                <c:pt idx="116">
                  <c:v>822</c:v>
                </c:pt>
                <c:pt idx="117">
                  <c:v>821</c:v>
                </c:pt>
                <c:pt idx="118">
                  <c:v>821</c:v>
                </c:pt>
                <c:pt idx="119">
                  <c:v>821</c:v>
                </c:pt>
                <c:pt idx="120">
                  <c:v>822</c:v>
                </c:pt>
                <c:pt idx="121">
                  <c:v>821</c:v>
                </c:pt>
                <c:pt idx="122">
                  <c:v>821</c:v>
                </c:pt>
                <c:pt idx="123">
                  <c:v>822</c:v>
                </c:pt>
                <c:pt idx="124">
                  <c:v>821</c:v>
                </c:pt>
                <c:pt idx="125">
                  <c:v>822</c:v>
                </c:pt>
                <c:pt idx="126">
                  <c:v>822</c:v>
                </c:pt>
                <c:pt idx="127">
                  <c:v>822</c:v>
                </c:pt>
                <c:pt idx="128">
                  <c:v>820</c:v>
                </c:pt>
                <c:pt idx="129">
                  <c:v>822</c:v>
                </c:pt>
                <c:pt idx="130">
                  <c:v>822</c:v>
                </c:pt>
                <c:pt idx="131">
                  <c:v>820</c:v>
                </c:pt>
                <c:pt idx="132">
                  <c:v>822</c:v>
                </c:pt>
                <c:pt idx="133">
                  <c:v>820</c:v>
                </c:pt>
                <c:pt idx="134">
                  <c:v>821</c:v>
                </c:pt>
                <c:pt idx="135">
                  <c:v>801</c:v>
                </c:pt>
                <c:pt idx="136">
                  <c:v>801</c:v>
                </c:pt>
                <c:pt idx="137">
                  <c:v>801</c:v>
                </c:pt>
                <c:pt idx="138">
                  <c:v>799</c:v>
                </c:pt>
                <c:pt idx="139">
                  <c:v>801</c:v>
                </c:pt>
                <c:pt idx="140">
                  <c:v>801</c:v>
                </c:pt>
                <c:pt idx="141">
                  <c:v>801</c:v>
                </c:pt>
                <c:pt idx="142">
                  <c:v>801</c:v>
                </c:pt>
                <c:pt idx="143">
                  <c:v>801</c:v>
                </c:pt>
                <c:pt idx="144">
                  <c:v>801</c:v>
                </c:pt>
                <c:pt idx="145">
                  <c:v>800</c:v>
                </c:pt>
                <c:pt idx="146">
                  <c:v>801</c:v>
                </c:pt>
                <c:pt idx="147">
                  <c:v>800</c:v>
                </c:pt>
                <c:pt idx="148">
                  <c:v>801</c:v>
                </c:pt>
                <c:pt idx="149">
                  <c:v>801</c:v>
                </c:pt>
                <c:pt idx="150">
                  <c:v>801</c:v>
                </c:pt>
                <c:pt idx="151">
                  <c:v>801</c:v>
                </c:pt>
                <c:pt idx="152">
                  <c:v>801</c:v>
                </c:pt>
                <c:pt idx="153">
                  <c:v>800</c:v>
                </c:pt>
                <c:pt idx="154">
                  <c:v>801</c:v>
                </c:pt>
                <c:pt idx="155">
                  <c:v>801</c:v>
                </c:pt>
                <c:pt idx="156">
                  <c:v>801</c:v>
                </c:pt>
                <c:pt idx="157">
                  <c:v>801</c:v>
                </c:pt>
                <c:pt idx="158">
                  <c:v>800</c:v>
                </c:pt>
                <c:pt idx="159">
                  <c:v>801</c:v>
                </c:pt>
                <c:pt idx="160">
                  <c:v>801</c:v>
                </c:pt>
                <c:pt idx="161">
                  <c:v>801</c:v>
                </c:pt>
                <c:pt idx="162">
                  <c:v>801</c:v>
                </c:pt>
                <c:pt idx="163">
                  <c:v>785</c:v>
                </c:pt>
                <c:pt idx="164">
                  <c:v>780</c:v>
                </c:pt>
                <c:pt idx="165">
                  <c:v>780</c:v>
                </c:pt>
                <c:pt idx="166">
                  <c:v>780</c:v>
                </c:pt>
                <c:pt idx="167">
                  <c:v>780</c:v>
                </c:pt>
                <c:pt idx="168">
                  <c:v>780</c:v>
                </c:pt>
                <c:pt idx="169">
                  <c:v>780</c:v>
                </c:pt>
                <c:pt idx="170">
                  <c:v>780</c:v>
                </c:pt>
                <c:pt idx="171">
                  <c:v>780</c:v>
                </c:pt>
                <c:pt idx="172">
                  <c:v>780</c:v>
                </c:pt>
                <c:pt idx="173">
                  <c:v>780</c:v>
                </c:pt>
                <c:pt idx="174">
                  <c:v>780</c:v>
                </c:pt>
                <c:pt idx="175">
                  <c:v>780</c:v>
                </c:pt>
                <c:pt idx="176">
                  <c:v>780</c:v>
                </c:pt>
                <c:pt idx="177">
                  <c:v>780</c:v>
                </c:pt>
                <c:pt idx="178">
                  <c:v>780</c:v>
                </c:pt>
                <c:pt idx="179">
                  <c:v>780</c:v>
                </c:pt>
                <c:pt idx="180">
                  <c:v>780</c:v>
                </c:pt>
                <c:pt idx="181">
                  <c:v>780</c:v>
                </c:pt>
                <c:pt idx="182">
                  <c:v>780</c:v>
                </c:pt>
                <c:pt idx="183">
                  <c:v>780</c:v>
                </c:pt>
                <c:pt idx="184">
                  <c:v>780</c:v>
                </c:pt>
                <c:pt idx="185">
                  <c:v>780</c:v>
                </c:pt>
                <c:pt idx="186">
                  <c:v>780</c:v>
                </c:pt>
                <c:pt idx="187">
                  <c:v>780</c:v>
                </c:pt>
                <c:pt idx="188">
                  <c:v>780</c:v>
                </c:pt>
                <c:pt idx="189">
                  <c:v>780</c:v>
                </c:pt>
                <c:pt idx="190">
                  <c:v>780</c:v>
                </c:pt>
                <c:pt idx="191">
                  <c:v>780</c:v>
                </c:pt>
                <c:pt idx="192">
                  <c:v>780</c:v>
                </c:pt>
                <c:pt idx="193">
                  <c:v>780</c:v>
                </c:pt>
                <c:pt idx="194">
                  <c:v>759</c:v>
                </c:pt>
                <c:pt idx="195">
                  <c:v>759</c:v>
                </c:pt>
                <c:pt idx="196">
                  <c:v>759</c:v>
                </c:pt>
                <c:pt idx="197">
                  <c:v>759</c:v>
                </c:pt>
                <c:pt idx="198">
                  <c:v>759</c:v>
                </c:pt>
                <c:pt idx="199">
                  <c:v>759</c:v>
                </c:pt>
                <c:pt idx="200">
                  <c:v>759</c:v>
                </c:pt>
                <c:pt idx="201">
                  <c:v>759</c:v>
                </c:pt>
                <c:pt idx="202">
                  <c:v>759</c:v>
                </c:pt>
                <c:pt idx="203">
                  <c:v>759</c:v>
                </c:pt>
                <c:pt idx="204">
                  <c:v>759</c:v>
                </c:pt>
                <c:pt idx="205">
                  <c:v>759</c:v>
                </c:pt>
                <c:pt idx="206">
                  <c:v>759</c:v>
                </c:pt>
                <c:pt idx="207">
                  <c:v>759</c:v>
                </c:pt>
                <c:pt idx="208">
                  <c:v>759</c:v>
                </c:pt>
                <c:pt idx="209">
                  <c:v>759</c:v>
                </c:pt>
                <c:pt idx="210">
                  <c:v>759</c:v>
                </c:pt>
                <c:pt idx="211">
                  <c:v>759</c:v>
                </c:pt>
                <c:pt idx="212">
                  <c:v>759</c:v>
                </c:pt>
                <c:pt idx="213">
                  <c:v>759</c:v>
                </c:pt>
                <c:pt idx="214">
                  <c:v>759</c:v>
                </c:pt>
                <c:pt idx="215">
                  <c:v>759</c:v>
                </c:pt>
                <c:pt idx="216">
                  <c:v>759</c:v>
                </c:pt>
                <c:pt idx="217">
                  <c:v>759</c:v>
                </c:pt>
                <c:pt idx="218">
                  <c:v>759</c:v>
                </c:pt>
                <c:pt idx="219">
                  <c:v>759</c:v>
                </c:pt>
                <c:pt idx="220">
                  <c:v>759</c:v>
                </c:pt>
                <c:pt idx="221">
                  <c:v>759</c:v>
                </c:pt>
                <c:pt idx="222">
                  <c:v>759</c:v>
                </c:pt>
                <c:pt idx="223">
                  <c:v>759</c:v>
                </c:pt>
                <c:pt idx="224">
                  <c:v>759</c:v>
                </c:pt>
                <c:pt idx="225">
                  <c:v>759</c:v>
                </c:pt>
                <c:pt idx="226">
                  <c:v>738</c:v>
                </c:pt>
                <c:pt idx="227">
                  <c:v>738</c:v>
                </c:pt>
                <c:pt idx="228">
                  <c:v>738</c:v>
                </c:pt>
                <c:pt idx="229">
                  <c:v>739</c:v>
                </c:pt>
                <c:pt idx="230">
                  <c:v>739</c:v>
                </c:pt>
                <c:pt idx="231">
                  <c:v>739</c:v>
                </c:pt>
                <c:pt idx="232">
                  <c:v>739</c:v>
                </c:pt>
                <c:pt idx="233">
                  <c:v>739</c:v>
                </c:pt>
                <c:pt idx="234">
                  <c:v>739</c:v>
                </c:pt>
                <c:pt idx="235">
                  <c:v>740</c:v>
                </c:pt>
                <c:pt idx="236">
                  <c:v>739</c:v>
                </c:pt>
                <c:pt idx="237">
                  <c:v>739</c:v>
                </c:pt>
                <c:pt idx="238">
                  <c:v>739</c:v>
                </c:pt>
                <c:pt idx="239">
                  <c:v>740</c:v>
                </c:pt>
                <c:pt idx="240">
                  <c:v>740</c:v>
                </c:pt>
                <c:pt idx="241">
                  <c:v>740</c:v>
                </c:pt>
                <c:pt idx="242">
                  <c:v>740</c:v>
                </c:pt>
                <c:pt idx="243">
                  <c:v>738</c:v>
                </c:pt>
                <c:pt idx="244">
                  <c:v>739</c:v>
                </c:pt>
                <c:pt idx="245">
                  <c:v>739</c:v>
                </c:pt>
                <c:pt idx="246">
                  <c:v>739</c:v>
                </c:pt>
                <c:pt idx="247">
                  <c:v>739</c:v>
                </c:pt>
                <c:pt idx="248">
                  <c:v>739</c:v>
                </c:pt>
                <c:pt idx="249">
                  <c:v>739</c:v>
                </c:pt>
                <c:pt idx="250">
                  <c:v>739</c:v>
                </c:pt>
                <c:pt idx="251">
                  <c:v>739</c:v>
                </c:pt>
                <c:pt idx="252">
                  <c:v>740</c:v>
                </c:pt>
                <c:pt idx="253">
                  <c:v>739</c:v>
                </c:pt>
                <c:pt idx="254">
                  <c:v>740</c:v>
                </c:pt>
                <c:pt idx="255">
                  <c:v>740</c:v>
                </c:pt>
                <c:pt idx="256">
                  <c:v>720</c:v>
                </c:pt>
                <c:pt idx="257">
                  <c:v>720</c:v>
                </c:pt>
                <c:pt idx="258">
                  <c:v>720</c:v>
                </c:pt>
                <c:pt idx="259">
                  <c:v>720</c:v>
                </c:pt>
                <c:pt idx="260">
                  <c:v>720</c:v>
                </c:pt>
                <c:pt idx="261">
                  <c:v>720</c:v>
                </c:pt>
                <c:pt idx="262">
                  <c:v>720</c:v>
                </c:pt>
                <c:pt idx="263">
                  <c:v>720</c:v>
                </c:pt>
                <c:pt idx="264">
                  <c:v>720</c:v>
                </c:pt>
                <c:pt idx="265">
                  <c:v>720</c:v>
                </c:pt>
                <c:pt idx="266">
                  <c:v>720</c:v>
                </c:pt>
                <c:pt idx="267">
                  <c:v>720</c:v>
                </c:pt>
                <c:pt idx="268">
                  <c:v>720</c:v>
                </c:pt>
                <c:pt idx="269">
                  <c:v>720</c:v>
                </c:pt>
                <c:pt idx="270">
                  <c:v>720</c:v>
                </c:pt>
                <c:pt idx="271">
                  <c:v>720</c:v>
                </c:pt>
                <c:pt idx="272">
                  <c:v>720</c:v>
                </c:pt>
                <c:pt idx="273">
                  <c:v>720</c:v>
                </c:pt>
                <c:pt idx="274">
                  <c:v>720</c:v>
                </c:pt>
                <c:pt idx="275">
                  <c:v>720</c:v>
                </c:pt>
                <c:pt idx="276">
                  <c:v>720</c:v>
                </c:pt>
                <c:pt idx="277">
                  <c:v>720</c:v>
                </c:pt>
                <c:pt idx="278">
                  <c:v>720</c:v>
                </c:pt>
                <c:pt idx="279">
                  <c:v>720</c:v>
                </c:pt>
                <c:pt idx="280">
                  <c:v>720</c:v>
                </c:pt>
                <c:pt idx="281">
                  <c:v>720</c:v>
                </c:pt>
                <c:pt idx="282">
                  <c:v>720</c:v>
                </c:pt>
                <c:pt idx="283">
                  <c:v>720</c:v>
                </c:pt>
                <c:pt idx="284">
                  <c:v>720</c:v>
                </c:pt>
                <c:pt idx="285">
                  <c:v>720</c:v>
                </c:pt>
                <c:pt idx="286">
                  <c:v>713</c:v>
                </c:pt>
                <c:pt idx="287">
                  <c:v>701</c:v>
                </c:pt>
                <c:pt idx="288">
                  <c:v>700</c:v>
                </c:pt>
                <c:pt idx="289">
                  <c:v>700</c:v>
                </c:pt>
                <c:pt idx="290">
                  <c:v>701</c:v>
                </c:pt>
                <c:pt idx="291">
                  <c:v>700</c:v>
                </c:pt>
                <c:pt idx="292">
                  <c:v>700</c:v>
                </c:pt>
                <c:pt idx="293">
                  <c:v>701</c:v>
                </c:pt>
                <c:pt idx="294">
                  <c:v>701</c:v>
                </c:pt>
                <c:pt idx="295">
                  <c:v>702</c:v>
                </c:pt>
                <c:pt idx="296">
                  <c:v>701</c:v>
                </c:pt>
                <c:pt idx="297">
                  <c:v>702</c:v>
                </c:pt>
                <c:pt idx="298">
                  <c:v>702</c:v>
                </c:pt>
                <c:pt idx="299">
                  <c:v>701</c:v>
                </c:pt>
                <c:pt idx="300">
                  <c:v>702</c:v>
                </c:pt>
                <c:pt idx="301">
                  <c:v>701</c:v>
                </c:pt>
                <c:pt idx="302">
                  <c:v>701</c:v>
                </c:pt>
                <c:pt idx="303">
                  <c:v>702</c:v>
                </c:pt>
                <c:pt idx="304">
                  <c:v>702</c:v>
                </c:pt>
                <c:pt idx="305">
                  <c:v>702</c:v>
                </c:pt>
                <c:pt idx="306">
                  <c:v>702</c:v>
                </c:pt>
                <c:pt idx="307">
                  <c:v>701</c:v>
                </c:pt>
                <c:pt idx="308">
                  <c:v>701</c:v>
                </c:pt>
                <c:pt idx="309">
                  <c:v>700</c:v>
                </c:pt>
                <c:pt idx="310">
                  <c:v>700</c:v>
                </c:pt>
                <c:pt idx="311">
                  <c:v>701</c:v>
                </c:pt>
                <c:pt idx="312">
                  <c:v>701</c:v>
                </c:pt>
                <c:pt idx="313">
                  <c:v>701</c:v>
                </c:pt>
                <c:pt idx="314">
                  <c:v>701</c:v>
                </c:pt>
                <c:pt idx="315">
                  <c:v>700</c:v>
                </c:pt>
                <c:pt idx="316">
                  <c:v>699</c:v>
                </c:pt>
                <c:pt idx="317">
                  <c:v>681</c:v>
                </c:pt>
                <c:pt idx="318">
                  <c:v>681</c:v>
                </c:pt>
                <c:pt idx="319">
                  <c:v>681</c:v>
                </c:pt>
                <c:pt idx="320">
                  <c:v>681</c:v>
                </c:pt>
                <c:pt idx="321">
                  <c:v>681</c:v>
                </c:pt>
                <c:pt idx="322">
                  <c:v>681</c:v>
                </c:pt>
                <c:pt idx="323">
                  <c:v>681</c:v>
                </c:pt>
                <c:pt idx="324">
                  <c:v>681</c:v>
                </c:pt>
                <c:pt idx="325">
                  <c:v>681</c:v>
                </c:pt>
                <c:pt idx="326">
                  <c:v>681</c:v>
                </c:pt>
                <c:pt idx="327">
                  <c:v>681</c:v>
                </c:pt>
                <c:pt idx="328">
                  <c:v>681</c:v>
                </c:pt>
                <c:pt idx="329">
                  <c:v>681</c:v>
                </c:pt>
                <c:pt idx="330">
                  <c:v>681</c:v>
                </c:pt>
                <c:pt idx="331">
                  <c:v>681</c:v>
                </c:pt>
                <c:pt idx="332">
                  <c:v>681</c:v>
                </c:pt>
                <c:pt idx="333">
                  <c:v>681</c:v>
                </c:pt>
                <c:pt idx="334">
                  <c:v>681</c:v>
                </c:pt>
                <c:pt idx="335">
                  <c:v>681</c:v>
                </c:pt>
                <c:pt idx="336">
                  <c:v>681</c:v>
                </c:pt>
                <c:pt idx="337">
                  <c:v>681</c:v>
                </c:pt>
                <c:pt idx="338">
                  <c:v>681</c:v>
                </c:pt>
                <c:pt idx="339">
                  <c:v>681</c:v>
                </c:pt>
                <c:pt idx="340">
                  <c:v>681</c:v>
                </c:pt>
                <c:pt idx="341">
                  <c:v>681</c:v>
                </c:pt>
                <c:pt idx="342">
                  <c:v>681</c:v>
                </c:pt>
                <c:pt idx="343">
                  <c:v>681</c:v>
                </c:pt>
                <c:pt idx="344">
                  <c:v>681</c:v>
                </c:pt>
                <c:pt idx="345">
                  <c:v>681</c:v>
                </c:pt>
                <c:pt idx="346">
                  <c:v>681</c:v>
                </c:pt>
                <c:pt idx="347">
                  <c:v>681</c:v>
                </c:pt>
                <c:pt idx="348">
                  <c:v>662</c:v>
                </c:pt>
                <c:pt idx="349">
                  <c:v>662</c:v>
                </c:pt>
                <c:pt idx="350">
                  <c:v>662</c:v>
                </c:pt>
                <c:pt idx="351">
                  <c:v>663</c:v>
                </c:pt>
                <c:pt idx="352">
                  <c:v>663</c:v>
                </c:pt>
                <c:pt idx="353">
                  <c:v>663</c:v>
                </c:pt>
                <c:pt idx="354">
                  <c:v>663</c:v>
                </c:pt>
                <c:pt idx="355">
                  <c:v>663</c:v>
                </c:pt>
                <c:pt idx="356">
                  <c:v>663</c:v>
                </c:pt>
                <c:pt idx="357">
                  <c:v>663</c:v>
                </c:pt>
                <c:pt idx="358">
                  <c:v>663</c:v>
                </c:pt>
                <c:pt idx="359">
                  <c:v>663</c:v>
                </c:pt>
                <c:pt idx="360">
                  <c:v>663</c:v>
                </c:pt>
                <c:pt idx="361">
                  <c:v>663</c:v>
                </c:pt>
                <c:pt idx="362">
                  <c:v>663</c:v>
                </c:pt>
                <c:pt idx="363">
                  <c:v>661</c:v>
                </c:pt>
                <c:pt idx="364">
                  <c:v>663</c:v>
                </c:pt>
                <c:pt idx="365">
                  <c:v>663</c:v>
                </c:pt>
                <c:pt idx="366">
                  <c:v>663</c:v>
                </c:pt>
                <c:pt idx="367">
                  <c:v>663</c:v>
                </c:pt>
                <c:pt idx="368">
                  <c:v>662</c:v>
                </c:pt>
                <c:pt idx="369">
                  <c:v>663</c:v>
                </c:pt>
                <c:pt idx="370">
                  <c:v>663</c:v>
                </c:pt>
                <c:pt idx="371">
                  <c:v>663</c:v>
                </c:pt>
                <c:pt idx="372">
                  <c:v>663</c:v>
                </c:pt>
                <c:pt idx="373">
                  <c:v>663</c:v>
                </c:pt>
                <c:pt idx="374">
                  <c:v>663</c:v>
                </c:pt>
                <c:pt idx="375">
                  <c:v>663</c:v>
                </c:pt>
                <c:pt idx="376">
                  <c:v>661</c:v>
                </c:pt>
                <c:pt idx="377">
                  <c:v>642</c:v>
                </c:pt>
                <c:pt idx="378">
                  <c:v>642</c:v>
                </c:pt>
                <c:pt idx="379">
                  <c:v>642</c:v>
                </c:pt>
                <c:pt idx="380">
                  <c:v>642</c:v>
                </c:pt>
                <c:pt idx="381">
                  <c:v>642</c:v>
                </c:pt>
                <c:pt idx="382">
                  <c:v>642</c:v>
                </c:pt>
                <c:pt idx="383">
                  <c:v>642</c:v>
                </c:pt>
                <c:pt idx="384">
                  <c:v>642</c:v>
                </c:pt>
                <c:pt idx="385">
                  <c:v>642</c:v>
                </c:pt>
                <c:pt idx="386">
                  <c:v>642</c:v>
                </c:pt>
                <c:pt idx="387">
                  <c:v>642</c:v>
                </c:pt>
                <c:pt idx="388">
                  <c:v>642</c:v>
                </c:pt>
                <c:pt idx="389">
                  <c:v>642</c:v>
                </c:pt>
                <c:pt idx="390">
                  <c:v>642</c:v>
                </c:pt>
                <c:pt idx="391">
                  <c:v>642</c:v>
                </c:pt>
                <c:pt idx="392">
                  <c:v>642</c:v>
                </c:pt>
                <c:pt idx="393">
                  <c:v>642</c:v>
                </c:pt>
                <c:pt idx="394">
                  <c:v>642</c:v>
                </c:pt>
                <c:pt idx="395">
                  <c:v>642</c:v>
                </c:pt>
                <c:pt idx="396">
                  <c:v>643</c:v>
                </c:pt>
                <c:pt idx="397">
                  <c:v>642</c:v>
                </c:pt>
                <c:pt idx="398">
                  <c:v>642</c:v>
                </c:pt>
                <c:pt idx="399">
                  <c:v>642</c:v>
                </c:pt>
                <c:pt idx="400">
                  <c:v>642</c:v>
                </c:pt>
                <c:pt idx="401">
                  <c:v>642</c:v>
                </c:pt>
                <c:pt idx="402">
                  <c:v>642</c:v>
                </c:pt>
                <c:pt idx="403">
                  <c:v>642</c:v>
                </c:pt>
                <c:pt idx="404">
                  <c:v>642</c:v>
                </c:pt>
                <c:pt idx="405">
                  <c:v>642</c:v>
                </c:pt>
                <c:pt idx="406">
                  <c:v>642</c:v>
                </c:pt>
                <c:pt idx="407">
                  <c:v>642</c:v>
                </c:pt>
                <c:pt idx="408">
                  <c:v>621</c:v>
                </c:pt>
                <c:pt idx="409">
                  <c:v>621</c:v>
                </c:pt>
                <c:pt idx="410">
                  <c:v>621</c:v>
                </c:pt>
                <c:pt idx="411">
                  <c:v>621</c:v>
                </c:pt>
                <c:pt idx="412">
                  <c:v>621</c:v>
                </c:pt>
                <c:pt idx="413">
                  <c:v>621</c:v>
                </c:pt>
                <c:pt idx="414">
                  <c:v>621</c:v>
                </c:pt>
                <c:pt idx="415">
                  <c:v>621</c:v>
                </c:pt>
                <c:pt idx="416">
                  <c:v>621</c:v>
                </c:pt>
                <c:pt idx="417">
                  <c:v>621</c:v>
                </c:pt>
                <c:pt idx="418">
                  <c:v>621</c:v>
                </c:pt>
                <c:pt idx="419">
                  <c:v>621</c:v>
                </c:pt>
                <c:pt idx="420">
                  <c:v>621</c:v>
                </c:pt>
                <c:pt idx="421">
                  <c:v>621</c:v>
                </c:pt>
                <c:pt idx="422">
                  <c:v>621</c:v>
                </c:pt>
                <c:pt idx="423">
                  <c:v>621</c:v>
                </c:pt>
                <c:pt idx="424">
                  <c:v>621</c:v>
                </c:pt>
                <c:pt idx="425">
                  <c:v>621</c:v>
                </c:pt>
                <c:pt idx="426">
                  <c:v>621</c:v>
                </c:pt>
                <c:pt idx="427">
                  <c:v>620</c:v>
                </c:pt>
                <c:pt idx="428">
                  <c:v>620</c:v>
                </c:pt>
                <c:pt idx="429">
                  <c:v>620</c:v>
                </c:pt>
                <c:pt idx="430">
                  <c:v>618</c:v>
                </c:pt>
                <c:pt idx="431">
                  <c:v>621</c:v>
                </c:pt>
                <c:pt idx="432">
                  <c:v>621</c:v>
                </c:pt>
                <c:pt idx="433">
                  <c:v>621</c:v>
                </c:pt>
                <c:pt idx="434">
                  <c:v>621</c:v>
                </c:pt>
                <c:pt idx="435">
                  <c:v>622</c:v>
                </c:pt>
                <c:pt idx="436">
                  <c:v>621</c:v>
                </c:pt>
                <c:pt idx="437">
                  <c:v>624</c:v>
                </c:pt>
                <c:pt idx="438">
                  <c:v>622</c:v>
                </c:pt>
                <c:pt idx="439">
                  <c:v>622</c:v>
                </c:pt>
                <c:pt idx="440">
                  <c:v>601</c:v>
                </c:pt>
                <c:pt idx="441">
                  <c:v>600</c:v>
                </c:pt>
                <c:pt idx="442">
                  <c:v>600</c:v>
                </c:pt>
                <c:pt idx="443">
                  <c:v>600</c:v>
                </c:pt>
                <c:pt idx="444">
                  <c:v>600</c:v>
                </c:pt>
                <c:pt idx="445">
                  <c:v>600</c:v>
                </c:pt>
                <c:pt idx="446">
                  <c:v>600</c:v>
                </c:pt>
                <c:pt idx="447">
                  <c:v>600</c:v>
                </c:pt>
                <c:pt idx="448">
                  <c:v>600</c:v>
                </c:pt>
                <c:pt idx="449">
                  <c:v>600</c:v>
                </c:pt>
                <c:pt idx="450">
                  <c:v>600</c:v>
                </c:pt>
                <c:pt idx="451">
                  <c:v>600</c:v>
                </c:pt>
                <c:pt idx="452">
                  <c:v>600</c:v>
                </c:pt>
                <c:pt idx="453">
                  <c:v>600</c:v>
                </c:pt>
                <c:pt idx="454">
                  <c:v>600</c:v>
                </c:pt>
                <c:pt idx="455">
                  <c:v>600</c:v>
                </c:pt>
                <c:pt idx="456">
                  <c:v>600</c:v>
                </c:pt>
                <c:pt idx="457">
                  <c:v>600</c:v>
                </c:pt>
                <c:pt idx="458">
                  <c:v>602</c:v>
                </c:pt>
                <c:pt idx="459">
                  <c:v>601</c:v>
                </c:pt>
                <c:pt idx="460">
                  <c:v>601</c:v>
                </c:pt>
                <c:pt idx="461">
                  <c:v>600</c:v>
                </c:pt>
                <c:pt idx="462">
                  <c:v>600</c:v>
                </c:pt>
                <c:pt idx="463">
                  <c:v>600</c:v>
                </c:pt>
                <c:pt idx="464">
                  <c:v>600</c:v>
                </c:pt>
                <c:pt idx="465">
                  <c:v>600</c:v>
                </c:pt>
                <c:pt idx="466">
                  <c:v>600</c:v>
                </c:pt>
                <c:pt idx="467">
                  <c:v>603</c:v>
                </c:pt>
                <c:pt idx="468">
                  <c:v>582</c:v>
                </c:pt>
                <c:pt idx="469">
                  <c:v>581</c:v>
                </c:pt>
                <c:pt idx="470">
                  <c:v>582</c:v>
                </c:pt>
                <c:pt idx="471">
                  <c:v>581</c:v>
                </c:pt>
                <c:pt idx="472">
                  <c:v>580</c:v>
                </c:pt>
                <c:pt idx="473">
                  <c:v>580</c:v>
                </c:pt>
                <c:pt idx="474">
                  <c:v>580</c:v>
                </c:pt>
                <c:pt idx="475">
                  <c:v>580</c:v>
                </c:pt>
                <c:pt idx="476">
                  <c:v>580</c:v>
                </c:pt>
                <c:pt idx="477">
                  <c:v>579</c:v>
                </c:pt>
                <c:pt idx="478">
                  <c:v>579</c:v>
                </c:pt>
                <c:pt idx="479">
                  <c:v>579</c:v>
                </c:pt>
                <c:pt idx="480">
                  <c:v>579</c:v>
                </c:pt>
                <c:pt idx="481">
                  <c:v>579</c:v>
                </c:pt>
                <c:pt idx="482">
                  <c:v>582</c:v>
                </c:pt>
                <c:pt idx="483">
                  <c:v>580</c:v>
                </c:pt>
                <c:pt idx="484">
                  <c:v>580</c:v>
                </c:pt>
                <c:pt idx="485">
                  <c:v>579</c:v>
                </c:pt>
                <c:pt idx="486">
                  <c:v>579</c:v>
                </c:pt>
                <c:pt idx="487">
                  <c:v>581</c:v>
                </c:pt>
                <c:pt idx="488">
                  <c:v>580</c:v>
                </c:pt>
                <c:pt idx="489">
                  <c:v>580</c:v>
                </c:pt>
                <c:pt idx="490">
                  <c:v>581</c:v>
                </c:pt>
                <c:pt idx="491">
                  <c:v>580</c:v>
                </c:pt>
                <c:pt idx="492">
                  <c:v>579</c:v>
                </c:pt>
                <c:pt idx="493">
                  <c:v>579</c:v>
                </c:pt>
                <c:pt idx="494">
                  <c:v>579</c:v>
                </c:pt>
                <c:pt idx="495">
                  <c:v>579</c:v>
                </c:pt>
                <c:pt idx="496">
                  <c:v>579</c:v>
                </c:pt>
                <c:pt idx="497">
                  <c:v>579</c:v>
                </c:pt>
                <c:pt idx="498">
                  <c:v>579</c:v>
                </c:pt>
                <c:pt idx="499">
                  <c:v>560</c:v>
                </c:pt>
                <c:pt idx="500">
                  <c:v>558</c:v>
                </c:pt>
                <c:pt idx="501">
                  <c:v>558</c:v>
                </c:pt>
                <c:pt idx="502">
                  <c:v>558</c:v>
                </c:pt>
                <c:pt idx="503">
                  <c:v>559</c:v>
                </c:pt>
                <c:pt idx="504">
                  <c:v>560</c:v>
                </c:pt>
                <c:pt idx="505">
                  <c:v>561</c:v>
                </c:pt>
                <c:pt idx="506">
                  <c:v>561</c:v>
                </c:pt>
                <c:pt idx="507">
                  <c:v>561</c:v>
                </c:pt>
                <c:pt idx="508">
                  <c:v>561</c:v>
                </c:pt>
                <c:pt idx="509">
                  <c:v>561</c:v>
                </c:pt>
                <c:pt idx="510">
                  <c:v>561</c:v>
                </c:pt>
                <c:pt idx="511">
                  <c:v>561</c:v>
                </c:pt>
                <c:pt idx="512">
                  <c:v>561</c:v>
                </c:pt>
                <c:pt idx="513">
                  <c:v>561</c:v>
                </c:pt>
                <c:pt idx="514">
                  <c:v>564</c:v>
                </c:pt>
                <c:pt idx="515">
                  <c:v>561</c:v>
                </c:pt>
                <c:pt idx="516">
                  <c:v>561</c:v>
                </c:pt>
                <c:pt idx="517">
                  <c:v>560</c:v>
                </c:pt>
                <c:pt idx="518">
                  <c:v>561</c:v>
                </c:pt>
                <c:pt idx="519">
                  <c:v>561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4-B06E-48A9-BD24-8F2C837CF42F}"/>
            </c:ext>
          </c:extLst>
        </c:ser>
        <c:ser>
          <c:idx val="21"/>
          <c:order val="21"/>
          <c:tx>
            <c:strRef>
              <c:f>Sheet1!$AH$1</c:f>
              <c:strCache>
                <c:ptCount val="1"/>
                <c:pt idx="0">
                  <c:v>cell22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Sheet1!$AH$2:$AH$521</c:f>
              <c:numCache>
                <c:formatCode>General</c:formatCode>
                <c:ptCount val="520"/>
                <c:pt idx="0">
                  <c:v>951</c:v>
                </c:pt>
                <c:pt idx="1">
                  <c:v>950</c:v>
                </c:pt>
                <c:pt idx="2">
                  <c:v>950</c:v>
                </c:pt>
                <c:pt idx="3">
                  <c:v>950</c:v>
                </c:pt>
                <c:pt idx="4">
                  <c:v>950</c:v>
                </c:pt>
                <c:pt idx="5">
                  <c:v>948</c:v>
                </c:pt>
                <c:pt idx="6">
                  <c:v>948</c:v>
                </c:pt>
                <c:pt idx="7">
                  <c:v>948</c:v>
                </c:pt>
                <c:pt idx="8">
                  <c:v>947</c:v>
                </c:pt>
                <c:pt idx="9">
                  <c:v>947</c:v>
                </c:pt>
                <c:pt idx="10">
                  <c:v>887</c:v>
                </c:pt>
                <c:pt idx="11">
                  <c:v>888</c:v>
                </c:pt>
                <c:pt idx="12">
                  <c:v>888</c:v>
                </c:pt>
                <c:pt idx="13">
                  <c:v>889</c:v>
                </c:pt>
                <c:pt idx="14">
                  <c:v>888</c:v>
                </c:pt>
                <c:pt idx="15">
                  <c:v>889</c:v>
                </c:pt>
                <c:pt idx="16">
                  <c:v>889</c:v>
                </c:pt>
                <c:pt idx="17">
                  <c:v>888</c:v>
                </c:pt>
                <c:pt idx="18">
                  <c:v>890</c:v>
                </c:pt>
                <c:pt idx="19">
                  <c:v>888</c:v>
                </c:pt>
                <c:pt idx="20">
                  <c:v>888</c:v>
                </c:pt>
                <c:pt idx="21">
                  <c:v>888</c:v>
                </c:pt>
                <c:pt idx="22">
                  <c:v>887</c:v>
                </c:pt>
                <c:pt idx="23">
                  <c:v>889</c:v>
                </c:pt>
                <c:pt idx="24">
                  <c:v>888</c:v>
                </c:pt>
                <c:pt idx="25">
                  <c:v>888</c:v>
                </c:pt>
                <c:pt idx="26">
                  <c:v>888</c:v>
                </c:pt>
                <c:pt idx="27">
                  <c:v>888</c:v>
                </c:pt>
                <c:pt idx="28">
                  <c:v>888</c:v>
                </c:pt>
                <c:pt idx="29">
                  <c:v>888</c:v>
                </c:pt>
                <c:pt idx="30">
                  <c:v>887</c:v>
                </c:pt>
                <c:pt idx="31">
                  <c:v>888</c:v>
                </c:pt>
                <c:pt idx="32">
                  <c:v>888</c:v>
                </c:pt>
                <c:pt idx="33">
                  <c:v>887</c:v>
                </c:pt>
                <c:pt idx="34">
                  <c:v>887</c:v>
                </c:pt>
                <c:pt idx="35">
                  <c:v>887</c:v>
                </c:pt>
                <c:pt idx="36">
                  <c:v>887</c:v>
                </c:pt>
                <c:pt idx="37">
                  <c:v>887</c:v>
                </c:pt>
                <c:pt idx="38">
                  <c:v>887</c:v>
                </c:pt>
                <c:pt idx="39">
                  <c:v>887</c:v>
                </c:pt>
                <c:pt idx="40">
                  <c:v>887</c:v>
                </c:pt>
                <c:pt idx="41">
                  <c:v>866</c:v>
                </c:pt>
                <c:pt idx="42">
                  <c:v>866</c:v>
                </c:pt>
                <c:pt idx="43">
                  <c:v>866</c:v>
                </c:pt>
                <c:pt idx="44">
                  <c:v>866</c:v>
                </c:pt>
                <c:pt idx="45">
                  <c:v>866</c:v>
                </c:pt>
                <c:pt idx="46">
                  <c:v>866</c:v>
                </c:pt>
                <c:pt idx="47">
                  <c:v>866</c:v>
                </c:pt>
                <c:pt idx="48">
                  <c:v>866</c:v>
                </c:pt>
                <c:pt idx="49">
                  <c:v>865</c:v>
                </c:pt>
                <c:pt idx="50">
                  <c:v>866</c:v>
                </c:pt>
                <c:pt idx="51">
                  <c:v>865</c:v>
                </c:pt>
                <c:pt idx="52">
                  <c:v>866</c:v>
                </c:pt>
                <c:pt idx="53">
                  <c:v>866</c:v>
                </c:pt>
                <c:pt idx="54">
                  <c:v>866</c:v>
                </c:pt>
                <c:pt idx="55">
                  <c:v>865</c:v>
                </c:pt>
                <c:pt idx="56">
                  <c:v>865</c:v>
                </c:pt>
                <c:pt idx="57">
                  <c:v>865</c:v>
                </c:pt>
                <c:pt idx="58">
                  <c:v>865</c:v>
                </c:pt>
                <c:pt idx="59">
                  <c:v>865</c:v>
                </c:pt>
                <c:pt idx="60">
                  <c:v>866</c:v>
                </c:pt>
                <c:pt idx="61">
                  <c:v>865</c:v>
                </c:pt>
                <c:pt idx="62">
                  <c:v>864</c:v>
                </c:pt>
                <c:pt idx="63">
                  <c:v>865</c:v>
                </c:pt>
                <c:pt idx="64">
                  <c:v>864</c:v>
                </c:pt>
                <c:pt idx="65">
                  <c:v>863</c:v>
                </c:pt>
                <c:pt idx="66">
                  <c:v>864</c:v>
                </c:pt>
                <c:pt idx="67">
                  <c:v>864</c:v>
                </c:pt>
                <c:pt idx="68">
                  <c:v>864</c:v>
                </c:pt>
                <c:pt idx="69">
                  <c:v>864</c:v>
                </c:pt>
                <c:pt idx="70">
                  <c:v>863</c:v>
                </c:pt>
                <c:pt idx="71">
                  <c:v>864</c:v>
                </c:pt>
                <c:pt idx="72">
                  <c:v>841</c:v>
                </c:pt>
                <c:pt idx="73">
                  <c:v>841</c:v>
                </c:pt>
                <c:pt idx="74">
                  <c:v>844</c:v>
                </c:pt>
                <c:pt idx="75">
                  <c:v>842</c:v>
                </c:pt>
                <c:pt idx="76">
                  <c:v>842</c:v>
                </c:pt>
                <c:pt idx="77">
                  <c:v>842</c:v>
                </c:pt>
                <c:pt idx="78">
                  <c:v>841</c:v>
                </c:pt>
                <c:pt idx="79">
                  <c:v>842</c:v>
                </c:pt>
                <c:pt idx="80">
                  <c:v>842</c:v>
                </c:pt>
                <c:pt idx="81">
                  <c:v>841</c:v>
                </c:pt>
                <c:pt idx="82">
                  <c:v>842</c:v>
                </c:pt>
                <c:pt idx="83">
                  <c:v>841</c:v>
                </c:pt>
                <c:pt idx="84">
                  <c:v>841</c:v>
                </c:pt>
                <c:pt idx="85">
                  <c:v>842</c:v>
                </c:pt>
                <c:pt idx="86">
                  <c:v>841</c:v>
                </c:pt>
                <c:pt idx="87">
                  <c:v>841</c:v>
                </c:pt>
                <c:pt idx="88">
                  <c:v>841</c:v>
                </c:pt>
                <c:pt idx="89">
                  <c:v>842</c:v>
                </c:pt>
                <c:pt idx="90">
                  <c:v>842</c:v>
                </c:pt>
                <c:pt idx="91">
                  <c:v>842</c:v>
                </c:pt>
                <c:pt idx="92">
                  <c:v>841</c:v>
                </c:pt>
                <c:pt idx="93">
                  <c:v>841</c:v>
                </c:pt>
                <c:pt idx="94">
                  <c:v>841</c:v>
                </c:pt>
                <c:pt idx="95">
                  <c:v>841</c:v>
                </c:pt>
                <c:pt idx="96">
                  <c:v>841</c:v>
                </c:pt>
                <c:pt idx="97">
                  <c:v>841</c:v>
                </c:pt>
                <c:pt idx="98">
                  <c:v>842</c:v>
                </c:pt>
                <c:pt idx="99">
                  <c:v>841</c:v>
                </c:pt>
                <c:pt idx="100">
                  <c:v>841</c:v>
                </c:pt>
                <c:pt idx="101">
                  <c:v>842</c:v>
                </c:pt>
                <c:pt idx="102">
                  <c:v>842</c:v>
                </c:pt>
                <c:pt idx="103">
                  <c:v>840</c:v>
                </c:pt>
                <c:pt idx="104">
                  <c:v>820</c:v>
                </c:pt>
                <c:pt idx="105">
                  <c:v>820</c:v>
                </c:pt>
                <c:pt idx="106">
                  <c:v>820</c:v>
                </c:pt>
                <c:pt idx="107">
                  <c:v>820</c:v>
                </c:pt>
                <c:pt idx="108">
                  <c:v>820</c:v>
                </c:pt>
                <c:pt idx="109">
                  <c:v>821</c:v>
                </c:pt>
                <c:pt idx="110">
                  <c:v>820</c:v>
                </c:pt>
                <c:pt idx="111">
                  <c:v>820</c:v>
                </c:pt>
                <c:pt idx="112">
                  <c:v>820</c:v>
                </c:pt>
                <c:pt idx="113">
                  <c:v>820</c:v>
                </c:pt>
                <c:pt idx="114">
                  <c:v>821</c:v>
                </c:pt>
                <c:pt idx="115">
                  <c:v>820</c:v>
                </c:pt>
                <c:pt idx="116">
                  <c:v>820</c:v>
                </c:pt>
                <c:pt idx="117">
                  <c:v>820</c:v>
                </c:pt>
                <c:pt idx="118">
                  <c:v>820</c:v>
                </c:pt>
                <c:pt idx="119">
                  <c:v>820</c:v>
                </c:pt>
                <c:pt idx="120">
                  <c:v>820</c:v>
                </c:pt>
                <c:pt idx="121">
                  <c:v>820</c:v>
                </c:pt>
                <c:pt idx="122">
                  <c:v>820</c:v>
                </c:pt>
                <c:pt idx="123">
                  <c:v>820</c:v>
                </c:pt>
                <c:pt idx="124">
                  <c:v>820</c:v>
                </c:pt>
                <c:pt idx="125">
                  <c:v>820</c:v>
                </c:pt>
                <c:pt idx="126">
                  <c:v>820</c:v>
                </c:pt>
                <c:pt idx="127">
                  <c:v>820</c:v>
                </c:pt>
                <c:pt idx="128">
                  <c:v>820</c:v>
                </c:pt>
                <c:pt idx="129">
                  <c:v>820</c:v>
                </c:pt>
                <c:pt idx="130">
                  <c:v>820</c:v>
                </c:pt>
                <c:pt idx="131">
                  <c:v>820</c:v>
                </c:pt>
                <c:pt idx="132">
                  <c:v>820</c:v>
                </c:pt>
                <c:pt idx="133">
                  <c:v>820</c:v>
                </c:pt>
                <c:pt idx="134">
                  <c:v>820</c:v>
                </c:pt>
                <c:pt idx="135">
                  <c:v>801</c:v>
                </c:pt>
                <c:pt idx="136">
                  <c:v>802</c:v>
                </c:pt>
                <c:pt idx="137">
                  <c:v>802</c:v>
                </c:pt>
                <c:pt idx="138">
                  <c:v>801</c:v>
                </c:pt>
                <c:pt idx="139">
                  <c:v>801</c:v>
                </c:pt>
                <c:pt idx="140">
                  <c:v>801</c:v>
                </c:pt>
                <c:pt idx="141">
                  <c:v>800</c:v>
                </c:pt>
                <c:pt idx="142">
                  <c:v>801</c:v>
                </c:pt>
                <c:pt idx="143">
                  <c:v>802</c:v>
                </c:pt>
                <c:pt idx="144">
                  <c:v>802</c:v>
                </c:pt>
                <c:pt idx="145">
                  <c:v>802</c:v>
                </c:pt>
                <c:pt idx="146">
                  <c:v>802</c:v>
                </c:pt>
                <c:pt idx="147">
                  <c:v>801</c:v>
                </c:pt>
                <c:pt idx="148">
                  <c:v>801</c:v>
                </c:pt>
                <c:pt idx="149">
                  <c:v>801</c:v>
                </c:pt>
                <c:pt idx="150">
                  <c:v>800</c:v>
                </c:pt>
                <c:pt idx="151">
                  <c:v>802</c:v>
                </c:pt>
                <c:pt idx="152">
                  <c:v>800</c:v>
                </c:pt>
                <c:pt idx="153">
                  <c:v>801</c:v>
                </c:pt>
                <c:pt idx="154">
                  <c:v>800</c:v>
                </c:pt>
                <c:pt idx="155">
                  <c:v>800</c:v>
                </c:pt>
                <c:pt idx="156">
                  <c:v>802</c:v>
                </c:pt>
                <c:pt idx="157">
                  <c:v>800</c:v>
                </c:pt>
                <c:pt idx="158">
                  <c:v>801</c:v>
                </c:pt>
                <c:pt idx="159">
                  <c:v>801</c:v>
                </c:pt>
                <c:pt idx="160">
                  <c:v>800</c:v>
                </c:pt>
                <c:pt idx="161">
                  <c:v>802</c:v>
                </c:pt>
                <c:pt idx="162">
                  <c:v>801</c:v>
                </c:pt>
                <c:pt idx="163">
                  <c:v>787</c:v>
                </c:pt>
                <c:pt idx="164">
                  <c:v>781</c:v>
                </c:pt>
                <c:pt idx="165">
                  <c:v>781</c:v>
                </c:pt>
                <c:pt idx="166">
                  <c:v>781</c:v>
                </c:pt>
                <c:pt idx="167">
                  <c:v>781</c:v>
                </c:pt>
                <c:pt idx="168">
                  <c:v>781</c:v>
                </c:pt>
                <c:pt idx="169">
                  <c:v>781</c:v>
                </c:pt>
                <c:pt idx="170">
                  <c:v>781</c:v>
                </c:pt>
                <c:pt idx="171">
                  <c:v>781</c:v>
                </c:pt>
                <c:pt idx="172">
                  <c:v>781</c:v>
                </c:pt>
                <c:pt idx="173">
                  <c:v>781</c:v>
                </c:pt>
                <c:pt idx="174">
                  <c:v>781</c:v>
                </c:pt>
                <c:pt idx="175">
                  <c:v>781</c:v>
                </c:pt>
                <c:pt idx="176">
                  <c:v>781</c:v>
                </c:pt>
                <c:pt idx="177">
                  <c:v>781</c:v>
                </c:pt>
                <c:pt idx="178">
                  <c:v>781</c:v>
                </c:pt>
                <c:pt idx="179">
                  <c:v>781</c:v>
                </c:pt>
                <c:pt idx="180">
                  <c:v>781</c:v>
                </c:pt>
                <c:pt idx="181">
                  <c:v>782</c:v>
                </c:pt>
                <c:pt idx="182">
                  <c:v>781</c:v>
                </c:pt>
                <c:pt idx="183">
                  <c:v>781</c:v>
                </c:pt>
                <c:pt idx="184">
                  <c:v>781</c:v>
                </c:pt>
                <c:pt idx="185">
                  <c:v>781</c:v>
                </c:pt>
                <c:pt idx="186">
                  <c:v>781</c:v>
                </c:pt>
                <c:pt idx="187">
                  <c:v>781</c:v>
                </c:pt>
                <c:pt idx="188">
                  <c:v>782</c:v>
                </c:pt>
                <c:pt idx="189">
                  <c:v>781</c:v>
                </c:pt>
                <c:pt idx="190">
                  <c:v>781</c:v>
                </c:pt>
                <c:pt idx="191">
                  <c:v>781</c:v>
                </c:pt>
                <c:pt idx="192">
                  <c:v>781</c:v>
                </c:pt>
                <c:pt idx="193">
                  <c:v>782</c:v>
                </c:pt>
                <c:pt idx="194">
                  <c:v>763</c:v>
                </c:pt>
                <c:pt idx="195">
                  <c:v>763</c:v>
                </c:pt>
                <c:pt idx="196">
                  <c:v>763</c:v>
                </c:pt>
                <c:pt idx="197">
                  <c:v>763</c:v>
                </c:pt>
                <c:pt idx="198">
                  <c:v>763</c:v>
                </c:pt>
                <c:pt idx="199">
                  <c:v>763</c:v>
                </c:pt>
                <c:pt idx="200">
                  <c:v>763</c:v>
                </c:pt>
                <c:pt idx="201">
                  <c:v>763</c:v>
                </c:pt>
                <c:pt idx="202">
                  <c:v>763</c:v>
                </c:pt>
                <c:pt idx="203">
                  <c:v>763</c:v>
                </c:pt>
                <c:pt idx="204">
                  <c:v>762</c:v>
                </c:pt>
                <c:pt idx="205">
                  <c:v>763</c:v>
                </c:pt>
                <c:pt idx="206">
                  <c:v>763</c:v>
                </c:pt>
                <c:pt idx="207">
                  <c:v>763</c:v>
                </c:pt>
                <c:pt idx="208">
                  <c:v>762</c:v>
                </c:pt>
                <c:pt idx="209">
                  <c:v>763</c:v>
                </c:pt>
                <c:pt idx="210">
                  <c:v>763</c:v>
                </c:pt>
                <c:pt idx="211">
                  <c:v>763</c:v>
                </c:pt>
                <c:pt idx="212">
                  <c:v>763</c:v>
                </c:pt>
                <c:pt idx="213">
                  <c:v>762</c:v>
                </c:pt>
                <c:pt idx="214">
                  <c:v>763</c:v>
                </c:pt>
                <c:pt idx="215">
                  <c:v>763</c:v>
                </c:pt>
                <c:pt idx="216">
                  <c:v>763</c:v>
                </c:pt>
                <c:pt idx="217">
                  <c:v>763</c:v>
                </c:pt>
                <c:pt idx="218">
                  <c:v>763</c:v>
                </c:pt>
                <c:pt idx="219">
                  <c:v>763</c:v>
                </c:pt>
                <c:pt idx="220">
                  <c:v>763</c:v>
                </c:pt>
                <c:pt idx="221">
                  <c:v>763</c:v>
                </c:pt>
                <c:pt idx="222">
                  <c:v>763</c:v>
                </c:pt>
                <c:pt idx="223">
                  <c:v>763</c:v>
                </c:pt>
                <c:pt idx="224">
                  <c:v>763</c:v>
                </c:pt>
                <c:pt idx="225">
                  <c:v>763</c:v>
                </c:pt>
                <c:pt idx="226">
                  <c:v>745</c:v>
                </c:pt>
                <c:pt idx="227">
                  <c:v>745</c:v>
                </c:pt>
                <c:pt idx="228">
                  <c:v>745</c:v>
                </c:pt>
                <c:pt idx="229">
                  <c:v>745</c:v>
                </c:pt>
                <c:pt idx="230">
                  <c:v>745</c:v>
                </c:pt>
                <c:pt idx="231">
                  <c:v>745</c:v>
                </c:pt>
                <c:pt idx="232">
                  <c:v>745</c:v>
                </c:pt>
                <c:pt idx="233">
                  <c:v>745</c:v>
                </c:pt>
                <c:pt idx="234">
                  <c:v>745</c:v>
                </c:pt>
                <c:pt idx="235">
                  <c:v>745</c:v>
                </c:pt>
                <c:pt idx="236">
                  <c:v>745</c:v>
                </c:pt>
                <c:pt idx="237">
                  <c:v>745</c:v>
                </c:pt>
                <c:pt idx="238">
                  <c:v>745</c:v>
                </c:pt>
                <c:pt idx="239">
                  <c:v>745</c:v>
                </c:pt>
                <c:pt idx="240">
                  <c:v>745</c:v>
                </c:pt>
                <c:pt idx="241">
                  <c:v>745</c:v>
                </c:pt>
                <c:pt idx="242">
                  <c:v>745</c:v>
                </c:pt>
                <c:pt idx="243">
                  <c:v>745</c:v>
                </c:pt>
                <c:pt idx="244">
                  <c:v>745</c:v>
                </c:pt>
                <c:pt idx="245">
                  <c:v>745</c:v>
                </c:pt>
                <c:pt idx="246">
                  <c:v>745</c:v>
                </c:pt>
                <c:pt idx="247">
                  <c:v>745</c:v>
                </c:pt>
                <c:pt idx="248">
                  <c:v>745</c:v>
                </c:pt>
                <c:pt idx="249">
                  <c:v>745</c:v>
                </c:pt>
                <c:pt idx="250">
                  <c:v>745</c:v>
                </c:pt>
                <c:pt idx="251">
                  <c:v>745</c:v>
                </c:pt>
                <c:pt idx="252">
                  <c:v>745</c:v>
                </c:pt>
                <c:pt idx="253">
                  <c:v>744</c:v>
                </c:pt>
                <c:pt idx="254">
                  <c:v>745</c:v>
                </c:pt>
                <c:pt idx="255">
                  <c:v>745</c:v>
                </c:pt>
                <c:pt idx="256">
                  <c:v>727</c:v>
                </c:pt>
                <c:pt idx="257">
                  <c:v>727</c:v>
                </c:pt>
                <c:pt idx="258">
                  <c:v>727</c:v>
                </c:pt>
                <c:pt idx="259">
                  <c:v>727</c:v>
                </c:pt>
                <c:pt idx="260">
                  <c:v>727</c:v>
                </c:pt>
                <c:pt idx="261">
                  <c:v>727</c:v>
                </c:pt>
                <c:pt idx="262">
                  <c:v>727</c:v>
                </c:pt>
                <c:pt idx="263">
                  <c:v>727</c:v>
                </c:pt>
                <c:pt idx="264">
                  <c:v>727</c:v>
                </c:pt>
                <c:pt idx="265">
                  <c:v>727</c:v>
                </c:pt>
                <c:pt idx="266">
                  <c:v>727</c:v>
                </c:pt>
                <c:pt idx="267">
                  <c:v>727</c:v>
                </c:pt>
                <c:pt idx="268">
                  <c:v>727</c:v>
                </c:pt>
                <c:pt idx="269">
                  <c:v>727</c:v>
                </c:pt>
                <c:pt idx="270">
                  <c:v>727</c:v>
                </c:pt>
                <c:pt idx="271">
                  <c:v>727</c:v>
                </c:pt>
                <c:pt idx="272">
                  <c:v>727</c:v>
                </c:pt>
                <c:pt idx="273">
                  <c:v>727</c:v>
                </c:pt>
                <c:pt idx="274">
                  <c:v>727</c:v>
                </c:pt>
                <c:pt idx="275">
                  <c:v>727</c:v>
                </c:pt>
                <c:pt idx="276">
                  <c:v>727</c:v>
                </c:pt>
                <c:pt idx="277">
                  <c:v>727</c:v>
                </c:pt>
                <c:pt idx="278">
                  <c:v>727</c:v>
                </c:pt>
                <c:pt idx="279">
                  <c:v>727</c:v>
                </c:pt>
                <c:pt idx="280">
                  <c:v>727</c:v>
                </c:pt>
                <c:pt idx="281">
                  <c:v>727</c:v>
                </c:pt>
                <c:pt idx="282">
                  <c:v>727</c:v>
                </c:pt>
                <c:pt idx="283">
                  <c:v>727</c:v>
                </c:pt>
                <c:pt idx="284">
                  <c:v>727</c:v>
                </c:pt>
                <c:pt idx="285">
                  <c:v>727</c:v>
                </c:pt>
                <c:pt idx="286">
                  <c:v>721</c:v>
                </c:pt>
                <c:pt idx="287">
                  <c:v>711</c:v>
                </c:pt>
                <c:pt idx="288">
                  <c:v>712</c:v>
                </c:pt>
                <c:pt idx="289">
                  <c:v>710</c:v>
                </c:pt>
                <c:pt idx="290">
                  <c:v>712</c:v>
                </c:pt>
                <c:pt idx="291">
                  <c:v>710</c:v>
                </c:pt>
                <c:pt idx="292">
                  <c:v>711</c:v>
                </c:pt>
                <c:pt idx="293">
                  <c:v>711</c:v>
                </c:pt>
                <c:pt idx="294">
                  <c:v>710</c:v>
                </c:pt>
                <c:pt idx="295">
                  <c:v>711</c:v>
                </c:pt>
                <c:pt idx="296">
                  <c:v>712</c:v>
                </c:pt>
                <c:pt idx="297">
                  <c:v>711</c:v>
                </c:pt>
                <c:pt idx="298">
                  <c:v>711</c:v>
                </c:pt>
                <c:pt idx="299">
                  <c:v>712</c:v>
                </c:pt>
                <c:pt idx="300">
                  <c:v>711</c:v>
                </c:pt>
                <c:pt idx="301">
                  <c:v>711</c:v>
                </c:pt>
                <c:pt idx="302">
                  <c:v>712</c:v>
                </c:pt>
                <c:pt idx="303">
                  <c:v>711</c:v>
                </c:pt>
                <c:pt idx="304">
                  <c:v>711</c:v>
                </c:pt>
                <c:pt idx="305">
                  <c:v>711</c:v>
                </c:pt>
                <c:pt idx="306">
                  <c:v>711</c:v>
                </c:pt>
                <c:pt idx="307">
                  <c:v>711</c:v>
                </c:pt>
                <c:pt idx="308">
                  <c:v>710</c:v>
                </c:pt>
                <c:pt idx="309">
                  <c:v>710</c:v>
                </c:pt>
                <c:pt idx="310">
                  <c:v>711</c:v>
                </c:pt>
                <c:pt idx="311">
                  <c:v>710</c:v>
                </c:pt>
                <c:pt idx="312">
                  <c:v>711</c:v>
                </c:pt>
                <c:pt idx="313">
                  <c:v>711</c:v>
                </c:pt>
                <c:pt idx="314">
                  <c:v>710</c:v>
                </c:pt>
                <c:pt idx="315">
                  <c:v>712</c:v>
                </c:pt>
                <c:pt idx="316">
                  <c:v>709</c:v>
                </c:pt>
                <c:pt idx="317">
                  <c:v>694</c:v>
                </c:pt>
                <c:pt idx="318">
                  <c:v>694</c:v>
                </c:pt>
                <c:pt idx="319">
                  <c:v>694</c:v>
                </c:pt>
                <c:pt idx="320">
                  <c:v>694</c:v>
                </c:pt>
                <c:pt idx="321">
                  <c:v>694</c:v>
                </c:pt>
                <c:pt idx="322">
                  <c:v>694</c:v>
                </c:pt>
                <c:pt idx="323">
                  <c:v>694</c:v>
                </c:pt>
                <c:pt idx="324">
                  <c:v>694</c:v>
                </c:pt>
                <c:pt idx="325">
                  <c:v>694</c:v>
                </c:pt>
                <c:pt idx="326">
                  <c:v>694</c:v>
                </c:pt>
                <c:pt idx="327">
                  <c:v>694</c:v>
                </c:pt>
                <c:pt idx="328">
                  <c:v>694</c:v>
                </c:pt>
                <c:pt idx="329">
                  <c:v>694</c:v>
                </c:pt>
                <c:pt idx="330">
                  <c:v>694</c:v>
                </c:pt>
                <c:pt idx="331">
                  <c:v>694</c:v>
                </c:pt>
                <c:pt idx="332">
                  <c:v>694</c:v>
                </c:pt>
                <c:pt idx="333">
                  <c:v>694</c:v>
                </c:pt>
                <c:pt idx="334">
                  <c:v>694</c:v>
                </c:pt>
                <c:pt idx="335">
                  <c:v>694</c:v>
                </c:pt>
                <c:pt idx="336">
                  <c:v>694</c:v>
                </c:pt>
                <c:pt idx="337">
                  <c:v>694</c:v>
                </c:pt>
                <c:pt idx="338">
                  <c:v>694</c:v>
                </c:pt>
                <c:pt idx="339">
                  <c:v>694</c:v>
                </c:pt>
                <c:pt idx="340">
                  <c:v>695</c:v>
                </c:pt>
                <c:pt idx="341">
                  <c:v>696</c:v>
                </c:pt>
                <c:pt idx="342">
                  <c:v>694</c:v>
                </c:pt>
                <c:pt idx="343">
                  <c:v>695</c:v>
                </c:pt>
                <c:pt idx="344">
                  <c:v>696</c:v>
                </c:pt>
                <c:pt idx="345">
                  <c:v>696</c:v>
                </c:pt>
                <c:pt idx="346">
                  <c:v>697</c:v>
                </c:pt>
                <c:pt idx="347">
                  <c:v>697</c:v>
                </c:pt>
                <c:pt idx="348">
                  <c:v>679</c:v>
                </c:pt>
                <c:pt idx="349">
                  <c:v>679</c:v>
                </c:pt>
                <c:pt idx="350">
                  <c:v>679</c:v>
                </c:pt>
                <c:pt idx="351">
                  <c:v>679</c:v>
                </c:pt>
                <c:pt idx="352">
                  <c:v>679</c:v>
                </c:pt>
                <c:pt idx="353">
                  <c:v>679</c:v>
                </c:pt>
                <c:pt idx="354">
                  <c:v>679</c:v>
                </c:pt>
                <c:pt idx="355">
                  <c:v>679</c:v>
                </c:pt>
                <c:pt idx="356">
                  <c:v>679</c:v>
                </c:pt>
                <c:pt idx="357">
                  <c:v>679</c:v>
                </c:pt>
                <c:pt idx="358">
                  <c:v>679</c:v>
                </c:pt>
                <c:pt idx="359">
                  <c:v>679</c:v>
                </c:pt>
                <c:pt idx="360">
                  <c:v>679</c:v>
                </c:pt>
                <c:pt idx="361">
                  <c:v>679</c:v>
                </c:pt>
                <c:pt idx="362">
                  <c:v>679</c:v>
                </c:pt>
                <c:pt idx="363">
                  <c:v>679</c:v>
                </c:pt>
                <c:pt idx="364">
                  <c:v>679</c:v>
                </c:pt>
                <c:pt idx="365">
                  <c:v>679</c:v>
                </c:pt>
                <c:pt idx="366">
                  <c:v>679</c:v>
                </c:pt>
                <c:pt idx="367">
                  <c:v>679</c:v>
                </c:pt>
                <c:pt idx="368">
                  <c:v>679</c:v>
                </c:pt>
                <c:pt idx="369">
                  <c:v>680</c:v>
                </c:pt>
                <c:pt idx="370">
                  <c:v>680</c:v>
                </c:pt>
                <c:pt idx="371">
                  <c:v>679</c:v>
                </c:pt>
                <c:pt idx="372">
                  <c:v>681</c:v>
                </c:pt>
                <c:pt idx="373">
                  <c:v>681</c:v>
                </c:pt>
                <c:pt idx="374">
                  <c:v>681</c:v>
                </c:pt>
                <c:pt idx="375">
                  <c:v>679</c:v>
                </c:pt>
                <c:pt idx="376">
                  <c:v>680</c:v>
                </c:pt>
                <c:pt idx="377">
                  <c:v>664</c:v>
                </c:pt>
                <c:pt idx="378">
                  <c:v>665</c:v>
                </c:pt>
                <c:pt idx="379">
                  <c:v>664</c:v>
                </c:pt>
                <c:pt idx="380">
                  <c:v>665</c:v>
                </c:pt>
                <c:pt idx="381">
                  <c:v>665</c:v>
                </c:pt>
                <c:pt idx="382">
                  <c:v>664</c:v>
                </c:pt>
                <c:pt idx="383">
                  <c:v>664</c:v>
                </c:pt>
                <c:pt idx="384">
                  <c:v>664</c:v>
                </c:pt>
                <c:pt idx="385">
                  <c:v>664</c:v>
                </c:pt>
                <c:pt idx="386">
                  <c:v>665</c:v>
                </c:pt>
                <c:pt idx="387">
                  <c:v>664</c:v>
                </c:pt>
                <c:pt idx="388">
                  <c:v>665</c:v>
                </c:pt>
                <c:pt idx="389">
                  <c:v>664</c:v>
                </c:pt>
                <c:pt idx="390">
                  <c:v>666</c:v>
                </c:pt>
                <c:pt idx="391">
                  <c:v>667</c:v>
                </c:pt>
                <c:pt idx="392">
                  <c:v>666</c:v>
                </c:pt>
                <c:pt idx="393">
                  <c:v>667</c:v>
                </c:pt>
                <c:pt idx="394">
                  <c:v>667</c:v>
                </c:pt>
                <c:pt idx="395">
                  <c:v>667</c:v>
                </c:pt>
                <c:pt idx="396">
                  <c:v>667</c:v>
                </c:pt>
                <c:pt idx="397">
                  <c:v>667</c:v>
                </c:pt>
                <c:pt idx="398">
                  <c:v>667</c:v>
                </c:pt>
                <c:pt idx="399">
                  <c:v>667</c:v>
                </c:pt>
                <c:pt idx="400">
                  <c:v>667</c:v>
                </c:pt>
                <c:pt idx="401">
                  <c:v>667</c:v>
                </c:pt>
                <c:pt idx="402">
                  <c:v>667</c:v>
                </c:pt>
                <c:pt idx="403">
                  <c:v>667</c:v>
                </c:pt>
                <c:pt idx="404">
                  <c:v>667</c:v>
                </c:pt>
                <c:pt idx="405">
                  <c:v>667</c:v>
                </c:pt>
                <c:pt idx="406">
                  <c:v>668</c:v>
                </c:pt>
                <c:pt idx="407">
                  <c:v>670</c:v>
                </c:pt>
                <c:pt idx="408">
                  <c:v>654</c:v>
                </c:pt>
                <c:pt idx="409">
                  <c:v>653</c:v>
                </c:pt>
                <c:pt idx="410">
                  <c:v>652</c:v>
                </c:pt>
                <c:pt idx="411">
                  <c:v>653</c:v>
                </c:pt>
                <c:pt idx="412">
                  <c:v>652</c:v>
                </c:pt>
                <c:pt idx="413">
                  <c:v>652</c:v>
                </c:pt>
                <c:pt idx="414">
                  <c:v>652</c:v>
                </c:pt>
                <c:pt idx="415">
                  <c:v>652</c:v>
                </c:pt>
                <c:pt idx="416">
                  <c:v>652</c:v>
                </c:pt>
                <c:pt idx="417">
                  <c:v>654</c:v>
                </c:pt>
                <c:pt idx="418">
                  <c:v>653</c:v>
                </c:pt>
                <c:pt idx="419">
                  <c:v>655</c:v>
                </c:pt>
                <c:pt idx="420">
                  <c:v>655</c:v>
                </c:pt>
                <c:pt idx="421">
                  <c:v>655</c:v>
                </c:pt>
                <c:pt idx="422">
                  <c:v>655</c:v>
                </c:pt>
                <c:pt idx="423">
                  <c:v>655</c:v>
                </c:pt>
                <c:pt idx="424">
                  <c:v>655</c:v>
                </c:pt>
                <c:pt idx="425">
                  <c:v>655</c:v>
                </c:pt>
                <c:pt idx="426">
                  <c:v>655</c:v>
                </c:pt>
                <c:pt idx="427">
                  <c:v>655</c:v>
                </c:pt>
                <c:pt idx="428">
                  <c:v>655</c:v>
                </c:pt>
                <c:pt idx="429">
                  <c:v>656</c:v>
                </c:pt>
                <c:pt idx="430">
                  <c:v>656</c:v>
                </c:pt>
                <c:pt idx="431">
                  <c:v>656</c:v>
                </c:pt>
                <c:pt idx="432">
                  <c:v>656</c:v>
                </c:pt>
                <c:pt idx="433">
                  <c:v>657</c:v>
                </c:pt>
                <c:pt idx="434">
                  <c:v>657</c:v>
                </c:pt>
                <c:pt idx="435">
                  <c:v>657</c:v>
                </c:pt>
                <c:pt idx="436">
                  <c:v>657</c:v>
                </c:pt>
                <c:pt idx="437">
                  <c:v>658</c:v>
                </c:pt>
                <c:pt idx="438">
                  <c:v>658</c:v>
                </c:pt>
                <c:pt idx="439">
                  <c:v>658</c:v>
                </c:pt>
                <c:pt idx="440">
                  <c:v>643</c:v>
                </c:pt>
                <c:pt idx="441">
                  <c:v>641</c:v>
                </c:pt>
                <c:pt idx="442">
                  <c:v>640</c:v>
                </c:pt>
                <c:pt idx="443">
                  <c:v>641</c:v>
                </c:pt>
                <c:pt idx="444">
                  <c:v>640</c:v>
                </c:pt>
                <c:pt idx="445">
                  <c:v>640</c:v>
                </c:pt>
                <c:pt idx="446">
                  <c:v>640</c:v>
                </c:pt>
                <c:pt idx="447">
                  <c:v>640</c:v>
                </c:pt>
                <c:pt idx="448">
                  <c:v>641</c:v>
                </c:pt>
                <c:pt idx="449">
                  <c:v>641</c:v>
                </c:pt>
                <c:pt idx="450">
                  <c:v>640</c:v>
                </c:pt>
                <c:pt idx="451">
                  <c:v>641</c:v>
                </c:pt>
                <c:pt idx="452">
                  <c:v>641</c:v>
                </c:pt>
                <c:pt idx="453">
                  <c:v>643</c:v>
                </c:pt>
                <c:pt idx="454">
                  <c:v>642</c:v>
                </c:pt>
                <c:pt idx="455">
                  <c:v>643</c:v>
                </c:pt>
                <c:pt idx="456">
                  <c:v>643</c:v>
                </c:pt>
                <c:pt idx="457">
                  <c:v>643</c:v>
                </c:pt>
                <c:pt idx="458">
                  <c:v>644</c:v>
                </c:pt>
                <c:pt idx="459">
                  <c:v>643</c:v>
                </c:pt>
                <c:pt idx="460">
                  <c:v>644</c:v>
                </c:pt>
                <c:pt idx="461">
                  <c:v>644</c:v>
                </c:pt>
                <c:pt idx="462">
                  <c:v>644</c:v>
                </c:pt>
                <c:pt idx="463">
                  <c:v>645</c:v>
                </c:pt>
                <c:pt idx="464">
                  <c:v>646</c:v>
                </c:pt>
                <c:pt idx="465">
                  <c:v>645</c:v>
                </c:pt>
                <c:pt idx="466">
                  <c:v>646</c:v>
                </c:pt>
                <c:pt idx="467">
                  <c:v>646</c:v>
                </c:pt>
                <c:pt idx="468">
                  <c:v>631</c:v>
                </c:pt>
                <c:pt idx="469">
                  <c:v>629</c:v>
                </c:pt>
                <c:pt idx="470">
                  <c:v>628</c:v>
                </c:pt>
                <c:pt idx="471">
                  <c:v>628</c:v>
                </c:pt>
                <c:pt idx="472">
                  <c:v>628</c:v>
                </c:pt>
                <c:pt idx="473">
                  <c:v>628</c:v>
                </c:pt>
                <c:pt idx="474">
                  <c:v>630</c:v>
                </c:pt>
                <c:pt idx="475">
                  <c:v>630</c:v>
                </c:pt>
                <c:pt idx="476">
                  <c:v>630</c:v>
                </c:pt>
                <c:pt idx="477">
                  <c:v>630</c:v>
                </c:pt>
                <c:pt idx="478">
                  <c:v>631</c:v>
                </c:pt>
                <c:pt idx="479">
                  <c:v>631</c:v>
                </c:pt>
                <c:pt idx="480">
                  <c:v>631</c:v>
                </c:pt>
                <c:pt idx="481">
                  <c:v>631</c:v>
                </c:pt>
                <c:pt idx="482">
                  <c:v>632</c:v>
                </c:pt>
                <c:pt idx="483">
                  <c:v>633</c:v>
                </c:pt>
                <c:pt idx="484">
                  <c:v>634</c:v>
                </c:pt>
                <c:pt idx="485">
                  <c:v>634</c:v>
                </c:pt>
                <c:pt idx="486">
                  <c:v>634</c:v>
                </c:pt>
                <c:pt idx="487">
                  <c:v>634</c:v>
                </c:pt>
                <c:pt idx="488">
                  <c:v>635</c:v>
                </c:pt>
                <c:pt idx="489">
                  <c:v>637</c:v>
                </c:pt>
                <c:pt idx="490">
                  <c:v>637</c:v>
                </c:pt>
                <c:pt idx="491">
                  <c:v>637</c:v>
                </c:pt>
                <c:pt idx="492">
                  <c:v>637</c:v>
                </c:pt>
                <c:pt idx="493">
                  <c:v>637</c:v>
                </c:pt>
                <c:pt idx="494">
                  <c:v>637</c:v>
                </c:pt>
                <c:pt idx="495">
                  <c:v>637</c:v>
                </c:pt>
                <c:pt idx="496">
                  <c:v>637</c:v>
                </c:pt>
                <c:pt idx="497">
                  <c:v>637</c:v>
                </c:pt>
                <c:pt idx="498">
                  <c:v>640</c:v>
                </c:pt>
                <c:pt idx="499">
                  <c:v>622</c:v>
                </c:pt>
                <c:pt idx="500">
                  <c:v>622</c:v>
                </c:pt>
                <c:pt idx="501">
                  <c:v>622</c:v>
                </c:pt>
                <c:pt idx="502">
                  <c:v>622</c:v>
                </c:pt>
                <c:pt idx="503">
                  <c:v>621</c:v>
                </c:pt>
                <c:pt idx="504">
                  <c:v>622</c:v>
                </c:pt>
                <c:pt idx="505">
                  <c:v>620</c:v>
                </c:pt>
                <c:pt idx="506">
                  <c:v>621</c:v>
                </c:pt>
                <c:pt idx="507">
                  <c:v>622</c:v>
                </c:pt>
                <c:pt idx="508">
                  <c:v>622</c:v>
                </c:pt>
                <c:pt idx="509">
                  <c:v>622</c:v>
                </c:pt>
                <c:pt idx="510">
                  <c:v>622</c:v>
                </c:pt>
                <c:pt idx="511">
                  <c:v>623</c:v>
                </c:pt>
                <c:pt idx="512">
                  <c:v>625</c:v>
                </c:pt>
                <c:pt idx="513">
                  <c:v>625</c:v>
                </c:pt>
                <c:pt idx="514">
                  <c:v>625</c:v>
                </c:pt>
                <c:pt idx="515">
                  <c:v>626</c:v>
                </c:pt>
                <c:pt idx="516">
                  <c:v>626</c:v>
                </c:pt>
                <c:pt idx="517">
                  <c:v>626</c:v>
                </c:pt>
                <c:pt idx="518">
                  <c:v>627</c:v>
                </c:pt>
                <c:pt idx="519">
                  <c:v>627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5-B06E-48A9-BD24-8F2C837CF4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3699392"/>
        <c:axId val="185831280"/>
      </c:lineChart>
      <c:catAx>
        <c:axId val="3136993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Period(s)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831280"/>
        <c:crosses val="autoZero"/>
        <c:auto val="1"/>
        <c:lblAlgn val="ctr"/>
        <c:lblOffset val="100"/>
        <c:noMultiLvlLbl val="0"/>
      </c:catAx>
      <c:valAx>
        <c:axId val="185831280"/>
        <c:scaling>
          <c:orientation val="minMax"/>
          <c:min val="4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Voltage</a:t>
                </a:r>
                <a:r>
                  <a:rPr lang="en-US" altLang="zh-CN" baseline="0"/>
                  <a:t> (mV)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699392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EBA8-2CB7-4EB5-A9AD-43C81860E779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B7A7-8A94-4BFD-A59F-13C1EDB15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156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EBA8-2CB7-4EB5-A9AD-43C81860E779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B7A7-8A94-4BFD-A59F-13C1EDB15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058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EBA8-2CB7-4EB5-A9AD-43C81860E779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B7A7-8A94-4BFD-A59F-13C1EDB15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112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EBA8-2CB7-4EB5-A9AD-43C81860E779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B7A7-8A94-4BFD-A59F-13C1EDB15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08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EBA8-2CB7-4EB5-A9AD-43C81860E779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B7A7-8A94-4BFD-A59F-13C1EDB15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13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EBA8-2CB7-4EB5-A9AD-43C81860E779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B7A7-8A94-4BFD-A59F-13C1EDB15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31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EBA8-2CB7-4EB5-A9AD-43C81860E779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B7A7-8A94-4BFD-A59F-13C1EDB15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401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EBA8-2CB7-4EB5-A9AD-43C81860E779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B7A7-8A94-4BFD-A59F-13C1EDB15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462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EBA8-2CB7-4EB5-A9AD-43C81860E779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B7A7-8A94-4BFD-A59F-13C1EDB15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644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EBA8-2CB7-4EB5-A9AD-43C81860E779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B7A7-8A94-4BFD-A59F-13C1EDB15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437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EBA8-2CB7-4EB5-A9AD-43C81860E779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B7A7-8A94-4BFD-A59F-13C1EDB15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04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3EBA8-2CB7-4EB5-A9AD-43C81860E779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CB7A7-8A94-4BFD-A59F-13C1EDB15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96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7558379"/>
              </p:ext>
            </p:extLst>
          </p:nvPr>
        </p:nvGraphicFramePr>
        <p:xfrm>
          <a:off x="-1181100" y="-762494"/>
          <a:ext cx="14554201" cy="8382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25840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6303" y="-768460"/>
            <a:ext cx="14564606" cy="8394920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-214393" y="1066799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96153" y="1066800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379805" y="1066799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221727" y="1066798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018826" y="1066798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789031" y="1066797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604059" y="1066796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472875" y="1066795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257290" y="1066789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067073" y="1066794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849051" y="1066794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671369" y="1066793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435958" y="1066792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265567" y="1066792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088426" y="1066791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1817750" y="1066790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2663021" y="1066789"/>
            <a:ext cx="26894" cy="5674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-449717" y="564778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19.5V</a:t>
            </a:r>
            <a:endParaRPr lang="zh-CN" altLang="en-US" sz="1100" dirty="0"/>
          </a:p>
        </p:txBody>
      </p:sp>
      <p:sp>
        <p:nvSpPr>
          <p:cNvPr id="25" name="文本框 24"/>
          <p:cNvSpPr txBox="1"/>
          <p:nvPr/>
        </p:nvSpPr>
        <p:spPr>
          <a:xfrm>
            <a:off x="360829" y="564778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19V</a:t>
            </a:r>
            <a:endParaRPr lang="zh-CN" altLang="en-US" sz="1100" dirty="0"/>
          </a:p>
        </p:txBody>
      </p:sp>
      <p:sp>
        <p:nvSpPr>
          <p:cNvPr id="26" name="文本框 25"/>
          <p:cNvSpPr txBox="1"/>
          <p:nvPr/>
        </p:nvSpPr>
        <p:spPr>
          <a:xfrm>
            <a:off x="1098176" y="564778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18.5V</a:t>
            </a:r>
            <a:endParaRPr lang="zh-CN" altLang="en-US" sz="1100" dirty="0"/>
          </a:p>
        </p:txBody>
      </p:sp>
      <p:sp>
        <p:nvSpPr>
          <p:cNvPr id="27" name="文本框 26"/>
          <p:cNvSpPr txBox="1"/>
          <p:nvPr/>
        </p:nvSpPr>
        <p:spPr>
          <a:xfrm>
            <a:off x="2756608" y="560296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17.5V</a:t>
            </a:r>
            <a:endParaRPr lang="zh-CN" altLang="en-US" sz="1100" dirty="0"/>
          </a:p>
        </p:txBody>
      </p:sp>
      <p:sp>
        <p:nvSpPr>
          <p:cNvPr id="28" name="文本框 27"/>
          <p:cNvSpPr txBox="1"/>
          <p:nvPr/>
        </p:nvSpPr>
        <p:spPr>
          <a:xfrm>
            <a:off x="4341841" y="560296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16.5V</a:t>
            </a:r>
            <a:endParaRPr lang="zh-CN" altLang="en-US" sz="1100" dirty="0"/>
          </a:p>
        </p:txBody>
      </p:sp>
      <p:sp>
        <p:nvSpPr>
          <p:cNvPr id="29" name="文本框 28"/>
          <p:cNvSpPr txBox="1"/>
          <p:nvPr/>
        </p:nvSpPr>
        <p:spPr>
          <a:xfrm>
            <a:off x="6012238" y="555816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15.5V</a:t>
            </a:r>
            <a:endParaRPr lang="zh-CN" altLang="en-US" sz="1100" dirty="0"/>
          </a:p>
        </p:txBody>
      </p:sp>
      <p:sp>
        <p:nvSpPr>
          <p:cNvPr id="30" name="文本框 29"/>
          <p:cNvSpPr txBox="1"/>
          <p:nvPr/>
        </p:nvSpPr>
        <p:spPr>
          <a:xfrm>
            <a:off x="7613727" y="555816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14.5V</a:t>
            </a:r>
            <a:endParaRPr lang="zh-CN" altLang="en-US" sz="1100" dirty="0"/>
          </a:p>
        </p:txBody>
      </p:sp>
      <p:sp>
        <p:nvSpPr>
          <p:cNvPr id="32" name="文本框 31"/>
          <p:cNvSpPr txBox="1"/>
          <p:nvPr/>
        </p:nvSpPr>
        <p:spPr>
          <a:xfrm>
            <a:off x="9200634" y="544001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13.5V</a:t>
            </a:r>
            <a:endParaRPr lang="zh-CN" altLang="en-US" sz="1100" dirty="0"/>
          </a:p>
        </p:txBody>
      </p:sp>
      <p:sp>
        <p:nvSpPr>
          <p:cNvPr id="33" name="文本框 32"/>
          <p:cNvSpPr txBox="1"/>
          <p:nvPr/>
        </p:nvSpPr>
        <p:spPr>
          <a:xfrm>
            <a:off x="10765033" y="544001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12.5V</a:t>
            </a:r>
            <a:endParaRPr lang="zh-CN" altLang="en-US" sz="1100" dirty="0"/>
          </a:p>
        </p:txBody>
      </p:sp>
      <p:sp>
        <p:nvSpPr>
          <p:cNvPr id="34" name="文本框 33"/>
          <p:cNvSpPr txBox="1"/>
          <p:nvPr/>
        </p:nvSpPr>
        <p:spPr>
          <a:xfrm>
            <a:off x="12400803" y="517107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11.5V</a:t>
            </a:r>
            <a:endParaRPr lang="zh-CN" altLang="en-US" sz="1100" dirty="0"/>
          </a:p>
        </p:txBody>
      </p:sp>
      <p:sp>
        <p:nvSpPr>
          <p:cNvPr id="35" name="文本框 34"/>
          <p:cNvSpPr txBox="1"/>
          <p:nvPr/>
        </p:nvSpPr>
        <p:spPr>
          <a:xfrm>
            <a:off x="1933374" y="544001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18V</a:t>
            </a:r>
            <a:endParaRPr lang="zh-CN" altLang="en-US" sz="1100" dirty="0"/>
          </a:p>
        </p:txBody>
      </p:sp>
      <p:sp>
        <p:nvSpPr>
          <p:cNvPr id="36" name="文本框 35"/>
          <p:cNvSpPr txBox="1"/>
          <p:nvPr/>
        </p:nvSpPr>
        <p:spPr>
          <a:xfrm>
            <a:off x="3538808" y="564778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17V</a:t>
            </a:r>
            <a:endParaRPr lang="zh-CN" altLang="en-US" sz="1100" dirty="0"/>
          </a:p>
        </p:txBody>
      </p:sp>
      <p:sp>
        <p:nvSpPr>
          <p:cNvPr id="37" name="文本框 36"/>
          <p:cNvSpPr txBox="1"/>
          <p:nvPr/>
        </p:nvSpPr>
        <p:spPr>
          <a:xfrm>
            <a:off x="5209205" y="564778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16V</a:t>
            </a:r>
            <a:endParaRPr lang="zh-CN" altLang="en-US" sz="1100" dirty="0"/>
          </a:p>
        </p:txBody>
      </p:sp>
      <p:sp>
        <p:nvSpPr>
          <p:cNvPr id="38" name="文本框 37"/>
          <p:cNvSpPr txBox="1"/>
          <p:nvPr/>
        </p:nvSpPr>
        <p:spPr>
          <a:xfrm>
            <a:off x="6758012" y="544001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15V</a:t>
            </a:r>
            <a:endParaRPr lang="zh-CN" altLang="en-US" sz="1100" dirty="0"/>
          </a:p>
        </p:txBody>
      </p:sp>
      <p:sp>
        <p:nvSpPr>
          <p:cNvPr id="39" name="文本框 38"/>
          <p:cNvSpPr txBox="1"/>
          <p:nvPr/>
        </p:nvSpPr>
        <p:spPr>
          <a:xfrm>
            <a:off x="8393782" y="564778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14V</a:t>
            </a:r>
            <a:endParaRPr lang="zh-CN" altLang="en-US" sz="1100" dirty="0"/>
          </a:p>
        </p:txBody>
      </p:sp>
      <p:sp>
        <p:nvSpPr>
          <p:cNvPr id="40" name="文本框 39"/>
          <p:cNvSpPr txBox="1"/>
          <p:nvPr/>
        </p:nvSpPr>
        <p:spPr>
          <a:xfrm>
            <a:off x="10032706" y="555816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13V</a:t>
            </a:r>
            <a:endParaRPr lang="zh-CN" altLang="en-US" sz="1100" dirty="0"/>
          </a:p>
        </p:txBody>
      </p:sp>
      <p:sp>
        <p:nvSpPr>
          <p:cNvPr id="41" name="文本框 40"/>
          <p:cNvSpPr txBox="1"/>
          <p:nvPr/>
        </p:nvSpPr>
        <p:spPr>
          <a:xfrm>
            <a:off x="11547233" y="564778"/>
            <a:ext cx="524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12V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24067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9352" y="-768460"/>
            <a:ext cx="14570703" cy="83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91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6793</TotalTime>
  <Words>31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SDE 300095</dc:creator>
  <cp:lastModifiedBy>Mohammad Saifuddin Bin Sanusi</cp:lastModifiedBy>
  <cp:revision>3</cp:revision>
  <dcterms:created xsi:type="dcterms:W3CDTF">2025-07-16T08:11:31Z</dcterms:created>
  <dcterms:modified xsi:type="dcterms:W3CDTF">2025-07-21T02:16:37Z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b7d474d-5971-4b8a-9656-2f217c7133f6_Enabled">
    <vt:lpwstr>true</vt:lpwstr>
  </property>
  <property fmtid="{D5CDD505-2E9C-101B-9397-08002B2CF9AE}" pid="3" name="MSIP_Label_1b7d474d-5971-4b8a-9656-2f217c7133f6_SetDate">
    <vt:lpwstr>2025-07-16T09:12:03Z</vt:lpwstr>
  </property>
  <property fmtid="{D5CDD505-2E9C-101B-9397-08002B2CF9AE}" pid="4" name="MSIP_Label_1b7d474d-5971-4b8a-9656-2f217c7133f6_Method">
    <vt:lpwstr>Privileged</vt:lpwstr>
  </property>
  <property fmtid="{D5CDD505-2E9C-101B-9397-08002B2CF9AE}" pid="5" name="MSIP_Label_1b7d474d-5971-4b8a-9656-2f217c7133f6_Name">
    <vt:lpwstr>Public</vt:lpwstr>
  </property>
  <property fmtid="{D5CDD505-2E9C-101B-9397-08002B2CF9AE}" pid="6" name="MSIP_Label_1b7d474d-5971-4b8a-9656-2f217c7133f6_SiteId">
    <vt:lpwstr>c5d57708-33ca-4279-9049-5b2ac8c607e5</vt:lpwstr>
  </property>
  <property fmtid="{D5CDD505-2E9C-101B-9397-08002B2CF9AE}" pid="7" name="MSIP_Label_1b7d474d-5971-4b8a-9656-2f217c7133f6_ActionId">
    <vt:lpwstr>fac0bd32-87a6-4834-b5b0-91fbd0ee2a64</vt:lpwstr>
  </property>
  <property fmtid="{D5CDD505-2E9C-101B-9397-08002B2CF9AE}" pid="8" name="MSIP_Label_1b7d474d-5971-4b8a-9656-2f217c7133f6_ContentBits">
    <vt:lpwstr>0</vt:lpwstr>
  </property>
</Properties>
</file>